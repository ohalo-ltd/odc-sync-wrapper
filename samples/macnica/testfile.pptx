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60" r:id="rId4"/>
    <p:sldId id="257" r:id="rId5"/>
    <p:sldId id="261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F9A648C8-0436-6FAF-8B52-BA15EFB5F90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1" y="343038"/>
            <a:ext cx="11506200" cy="4792766"/>
          </a:xfrm>
          <a:custGeom>
            <a:avLst/>
            <a:gdLst>
              <a:gd name="connsiteX0" fmla="*/ 292023 w 11506200"/>
              <a:gd name="connsiteY0" fmla="*/ 0 h 4792766"/>
              <a:gd name="connsiteX1" fmla="*/ 11214177 w 11506200"/>
              <a:gd name="connsiteY1" fmla="*/ 0 h 4792766"/>
              <a:gd name="connsiteX2" fmla="*/ 11506200 w 11506200"/>
              <a:gd name="connsiteY2" fmla="*/ 292023 h 4792766"/>
              <a:gd name="connsiteX3" fmla="*/ 11506200 w 11506200"/>
              <a:gd name="connsiteY3" fmla="*/ 4500743 h 4792766"/>
              <a:gd name="connsiteX4" fmla="*/ 11214177 w 11506200"/>
              <a:gd name="connsiteY4" fmla="*/ 4792766 h 4792766"/>
              <a:gd name="connsiteX5" fmla="*/ 292023 w 11506200"/>
              <a:gd name="connsiteY5" fmla="*/ 4792766 h 4792766"/>
              <a:gd name="connsiteX6" fmla="*/ 0 w 11506200"/>
              <a:gd name="connsiteY6" fmla="*/ 4500743 h 4792766"/>
              <a:gd name="connsiteX7" fmla="*/ 0 w 11506200"/>
              <a:gd name="connsiteY7" fmla="*/ 292023 h 4792766"/>
              <a:gd name="connsiteX8" fmla="*/ 292023 w 11506200"/>
              <a:gd name="connsiteY8" fmla="*/ 0 h 479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6200" h="4792766">
                <a:moveTo>
                  <a:pt x="292023" y="0"/>
                </a:moveTo>
                <a:lnTo>
                  <a:pt x="11214177" y="0"/>
                </a:lnTo>
                <a:cubicBezTo>
                  <a:pt x="11375457" y="0"/>
                  <a:pt x="11506200" y="130743"/>
                  <a:pt x="11506200" y="292023"/>
                </a:cubicBezTo>
                <a:lnTo>
                  <a:pt x="11506200" y="4500743"/>
                </a:lnTo>
                <a:cubicBezTo>
                  <a:pt x="11506200" y="4662023"/>
                  <a:pt x="11375457" y="4792766"/>
                  <a:pt x="11214177" y="4792766"/>
                </a:cubicBezTo>
                <a:lnTo>
                  <a:pt x="292023" y="4792766"/>
                </a:lnTo>
                <a:cubicBezTo>
                  <a:pt x="130743" y="4792766"/>
                  <a:pt x="0" y="4662023"/>
                  <a:pt x="0" y="4500743"/>
                </a:cubicBezTo>
                <a:lnTo>
                  <a:pt x="0" y="292023"/>
                </a:lnTo>
                <a:cubicBezTo>
                  <a:pt x="0" y="130743"/>
                  <a:pt x="130743" y="0"/>
                  <a:pt x="29202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6CD91AB5-8D64-469B-81DF-A26B406D2B54}" type="datetime1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095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96B54-ED46-4036-80F8-E8EFB102CB24}" type="datetime1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473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1348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64B5AC7-D387-41BC-BBB6-F6DD0E8CACDB}" type="datetime1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613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9771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A0D73698-4765-4C7F-8C74-6EF048F95E94}" type="datetime1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8F28510C-0939-D915-FCC8-7D8AD44757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20113" y="342900"/>
            <a:ext cx="5131133" cy="6172200"/>
          </a:xfrm>
          <a:custGeom>
            <a:avLst/>
            <a:gdLst>
              <a:gd name="connsiteX0" fmla="*/ 305905 w 5334000"/>
              <a:gd name="connsiteY0" fmla="*/ 0 h 6172200"/>
              <a:gd name="connsiteX1" fmla="*/ 5028095 w 5334000"/>
              <a:gd name="connsiteY1" fmla="*/ 0 h 6172200"/>
              <a:gd name="connsiteX2" fmla="*/ 5334000 w 5334000"/>
              <a:gd name="connsiteY2" fmla="*/ 305905 h 6172200"/>
              <a:gd name="connsiteX3" fmla="*/ 5334000 w 5334000"/>
              <a:gd name="connsiteY3" fmla="*/ 5866295 h 6172200"/>
              <a:gd name="connsiteX4" fmla="*/ 5028095 w 5334000"/>
              <a:gd name="connsiteY4" fmla="*/ 6172200 h 6172200"/>
              <a:gd name="connsiteX5" fmla="*/ 305905 w 5334000"/>
              <a:gd name="connsiteY5" fmla="*/ 6172200 h 6172200"/>
              <a:gd name="connsiteX6" fmla="*/ 0 w 5334000"/>
              <a:gd name="connsiteY6" fmla="*/ 5866295 h 6172200"/>
              <a:gd name="connsiteX7" fmla="*/ 0 w 5334000"/>
              <a:gd name="connsiteY7" fmla="*/ 305905 h 6172200"/>
              <a:gd name="connsiteX8" fmla="*/ 305905 w 53340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4000" h="6172200">
                <a:moveTo>
                  <a:pt x="305905" y="0"/>
                </a:moveTo>
                <a:lnTo>
                  <a:pt x="5028095" y="0"/>
                </a:lnTo>
                <a:cubicBezTo>
                  <a:pt x="5197042" y="0"/>
                  <a:pt x="5334000" y="136958"/>
                  <a:pt x="5334000" y="305905"/>
                </a:cubicBezTo>
                <a:lnTo>
                  <a:pt x="5334000" y="5866295"/>
                </a:lnTo>
                <a:cubicBezTo>
                  <a:pt x="5334000" y="6035242"/>
                  <a:pt x="5197042" y="6172200"/>
                  <a:pt x="5028095" y="6172200"/>
                </a:cubicBezTo>
                <a:lnTo>
                  <a:pt x="305905" y="6172200"/>
                </a:lnTo>
                <a:cubicBezTo>
                  <a:pt x="136958" y="6172200"/>
                  <a:pt x="0" y="6035242"/>
                  <a:pt x="0" y="5866295"/>
                </a:cubicBezTo>
                <a:lnTo>
                  <a:pt x="0" y="305905"/>
                </a:lnTo>
                <a:cubicBezTo>
                  <a:pt x="0" y="136958"/>
                  <a:pt x="136958" y="0"/>
                  <a:pt x="305905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010535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7472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9A3EA51-69C4-4090-B98A-31CA47A2E35E}" type="datetime1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794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9317736" cy="445312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965192"/>
            <a:ext cx="5431536" cy="128930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633933-AD95-42CF-A390-A7073FD506A1}" type="datetime1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766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536192"/>
            <a:ext cx="9171432" cy="2615184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8176" y="4427554"/>
            <a:ext cx="9171432" cy="1143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D50E307-C64C-483A-9485-A61D01D72197}" type="datetime1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2675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11494008" cy="46542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25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093208"/>
            <a:ext cx="5669280" cy="116128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BC36CA3-7064-4E52-B24E-E3CC37B36CB8}" type="datetime1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0230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A12A6-507C-2714-2F24-09ADE11584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7772400" cy="4562856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3F469A-9BA4-41D9-A358-7174319CB857}" type="datetime1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3927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98464" y="2423160"/>
            <a:ext cx="5486400" cy="3886200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B0C55-2E11-4E7F-9EF8-868B07C6C42C}" type="datetime1">
              <a:rPr lang="en-US" smtClean="0"/>
              <a:t>8/7/2025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5454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4384" y="1012952"/>
            <a:ext cx="4023360" cy="1636776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FE8E4848-C9F6-6844-AB1C-C4F0E8A472A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42901" y="345109"/>
            <a:ext cx="6714969" cy="6163508"/>
          </a:xfrm>
          <a:custGeom>
            <a:avLst/>
            <a:gdLst>
              <a:gd name="connsiteX0" fmla="*/ 281857 w 6714969"/>
              <a:gd name="connsiteY0" fmla="*/ 0 h 6163508"/>
              <a:gd name="connsiteX1" fmla="*/ 6433112 w 6714969"/>
              <a:gd name="connsiteY1" fmla="*/ 0 h 6163508"/>
              <a:gd name="connsiteX2" fmla="*/ 6714969 w 6714969"/>
              <a:gd name="connsiteY2" fmla="*/ 281857 h 6163508"/>
              <a:gd name="connsiteX3" fmla="*/ 6714969 w 6714969"/>
              <a:gd name="connsiteY3" fmla="*/ 5881651 h 6163508"/>
              <a:gd name="connsiteX4" fmla="*/ 6433112 w 6714969"/>
              <a:gd name="connsiteY4" fmla="*/ 6163508 h 6163508"/>
              <a:gd name="connsiteX5" fmla="*/ 281857 w 6714969"/>
              <a:gd name="connsiteY5" fmla="*/ 6163508 h 6163508"/>
              <a:gd name="connsiteX6" fmla="*/ 0 w 6714969"/>
              <a:gd name="connsiteY6" fmla="*/ 5881651 h 6163508"/>
              <a:gd name="connsiteX7" fmla="*/ 0 w 6714969"/>
              <a:gd name="connsiteY7" fmla="*/ 281857 h 6163508"/>
              <a:gd name="connsiteX8" fmla="*/ 281857 w 6714969"/>
              <a:gd name="connsiteY8" fmla="*/ 0 h 6163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14969" h="6163508">
                <a:moveTo>
                  <a:pt x="281857" y="0"/>
                </a:moveTo>
                <a:lnTo>
                  <a:pt x="6433112" y="0"/>
                </a:lnTo>
                <a:cubicBezTo>
                  <a:pt x="6588777" y="0"/>
                  <a:pt x="6714969" y="126192"/>
                  <a:pt x="6714969" y="281857"/>
                </a:cubicBezTo>
                <a:lnTo>
                  <a:pt x="6714969" y="5881651"/>
                </a:lnTo>
                <a:cubicBezTo>
                  <a:pt x="6714969" y="6037316"/>
                  <a:pt x="6588777" y="6163508"/>
                  <a:pt x="6433112" y="6163508"/>
                </a:cubicBezTo>
                <a:lnTo>
                  <a:pt x="281857" y="6163508"/>
                </a:lnTo>
                <a:cubicBezTo>
                  <a:pt x="126192" y="6163508"/>
                  <a:pt x="0" y="6037316"/>
                  <a:pt x="0" y="5881651"/>
                </a:cubicBezTo>
                <a:lnTo>
                  <a:pt x="0" y="281857"/>
                </a:lnTo>
                <a:cubicBezTo>
                  <a:pt x="0" y="126192"/>
                  <a:pt x="126192" y="0"/>
                  <a:pt x="281857" y="0"/>
                </a:cubicBezTo>
                <a:close/>
              </a:path>
            </a:pathLst>
          </a:custGeom>
          <a:blipFill dpi="0" rotWithShape="1">
            <a:blip r:embed="rId2">
              <a:alphaModFix amt="6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896616"/>
            <a:ext cx="4023360" cy="3364992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marL="228600" lvl="0" indent="-228600"/>
            <a:r>
              <a:rPr lang="en-US" dirty="0"/>
              <a:t>Click to edit Master text styles</a:t>
            </a:r>
          </a:p>
          <a:p>
            <a:pPr marL="228600" lvl="1" indent="-228600"/>
            <a:r>
              <a:rPr lang="en-US" dirty="0"/>
              <a:t>Second level</a:t>
            </a:r>
          </a:p>
          <a:p>
            <a:pPr marL="228600" lvl="2" indent="-228600"/>
            <a:r>
              <a:rPr lang="en-US" dirty="0"/>
              <a:t>Third level</a:t>
            </a:r>
          </a:p>
          <a:p>
            <a:pPr marL="228600" lvl="3" indent="-228600"/>
            <a:r>
              <a:rPr lang="en-US" dirty="0"/>
              <a:t>Fourth level</a:t>
            </a:r>
          </a:p>
          <a:p>
            <a:pPr marL="228600" lvl="4" indent="-228600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9FCAD-E19B-4A0F-866E-979EDEC4B525}" type="datetime1">
              <a:rPr lang="en-US" smtClean="0"/>
              <a:t>8/7/2025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3862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97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B4A14-E3E2-4038-B0C4-0EC5ECBDA17A}" type="datetime1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994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1396-E7F4-44BB-B3C1-CAADE8EE1BCB}" type="datetime1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235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03B70-0873-4F91-B20E-188F8FCBC95A}" type="datetime1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9264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4032504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080"/>
            <a:ext cx="597103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11211-1BBF-43C8-98F1-415153382D43}" type="datetime1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6019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197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C37F1-4FE0-40C5-A1CC-AC65E60D9E3F}" type="datetime1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6960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F226A48-373B-47E6-1E90-9892366CC9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0"/>
            <a:ext cx="4501152" cy="6172200"/>
          </a:xfrm>
          <a:custGeom>
            <a:avLst/>
            <a:gdLst>
              <a:gd name="connsiteX0" fmla="*/ 332635 w 4501152"/>
              <a:gd name="connsiteY0" fmla="*/ 0 h 6172200"/>
              <a:gd name="connsiteX1" fmla="*/ 4168517 w 4501152"/>
              <a:gd name="connsiteY1" fmla="*/ 0 h 6172200"/>
              <a:gd name="connsiteX2" fmla="*/ 4501152 w 4501152"/>
              <a:gd name="connsiteY2" fmla="*/ 331423 h 6172200"/>
              <a:gd name="connsiteX3" fmla="*/ 4501152 w 4501152"/>
              <a:gd name="connsiteY3" fmla="*/ 5840778 h 6172200"/>
              <a:gd name="connsiteX4" fmla="*/ 4168517 w 4501152"/>
              <a:gd name="connsiteY4" fmla="*/ 6172200 h 6172200"/>
              <a:gd name="connsiteX5" fmla="*/ 332635 w 4501152"/>
              <a:gd name="connsiteY5" fmla="*/ 6172200 h 6172200"/>
              <a:gd name="connsiteX6" fmla="*/ 0 w 4501152"/>
              <a:gd name="connsiteY6" fmla="*/ 5840778 h 6172200"/>
              <a:gd name="connsiteX7" fmla="*/ 0 w 4501152"/>
              <a:gd name="connsiteY7" fmla="*/ 331423 h 6172200"/>
              <a:gd name="connsiteX8" fmla="*/ 332635 w 4501152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01152" h="6172200">
                <a:moveTo>
                  <a:pt x="332635" y="0"/>
                </a:moveTo>
                <a:lnTo>
                  <a:pt x="4168517" y="0"/>
                </a:lnTo>
                <a:cubicBezTo>
                  <a:pt x="4352226" y="0"/>
                  <a:pt x="4501152" y="148383"/>
                  <a:pt x="4501152" y="331423"/>
                </a:cubicBezTo>
                <a:lnTo>
                  <a:pt x="4501152" y="5840778"/>
                </a:lnTo>
                <a:cubicBezTo>
                  <a:pt x="4501152" y="6023817"/>
                  <a:pt x="4352226" y="6172200"/>
                  <a:pt x="4168517" y="6172200"/>
                </a:cubicBezTo>
                <a:lnTo>
                  <a:pt x="332635" y="6172200"/>
                </a:lnTo>
                <a:cubicBezTo>
                  <a:pt x="148926" y="6172200"/>
                  <a:pt x="0" y="6023817"/>
                  <a:pt x="0" y="5840778"/>
                </a:cubicBezTo>
                <a:lnTo>
                  <a:pt x="0" y="331423"/>
                </a:lnTo>
                <a:cubicBezTo>
                  <a:pt x="0" y="148383"/>
                  <a:pt x="148926" y="0"/>
                  <a:pt x="33263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0F37310-2C84-4F72-97F3-ED5E52F7A674}" type="datetime1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0373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7373D-8BEF-4D11-A85D-4ADD8461D8CF}" type="datetime1">
              <a:rPr lang="en-US" smtClean="0"/>
              <a:t>8/7/2025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F11DC52-D1FD-A255-1A04-7A15A9DE3C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53304" y="352327"/>
            <a:ext cx="4495799" cy="6172200"/>
          </a:xfrm>
          <a:custGeom>
            <a:avLst/>
            <a:gdLst>
              <a:gd name="connsiteX0" fmla="*/ 293171 w 4495799"/>
              <a:gd name="connsiteY0" fmla="*/ 0 h 6172200"/>
              <a:gd name="connsiteX1" fmla="*/ 4202628 w 4495799"/>
              <a:gd name="connsiteY1" fmla="*/ 0 h 6172200"/>
              <a:gd name="connsiteX2" fmla="*/ 4495799 w 4495799"/>
              <a:gd name="connsiteY2" fmla="*/ 293171 h 6172200"/>
              <a:gd name="connsiteX3" fmla="*/ 4495799 w 4495799"/>
              <a:gd name="connsiteY3" fmla="*/ 5879029 h 6172200"/>
              <a:gd name="connsiteX4" fmla="*/ 4202628 w 4495799"/>
              <a:gd name="connsiteY4" fmla="*/ 6172200 h 6172200"/>
              <a:gd name="connsiteX5" fmla="*/ 293171 w 4495799"/>
              <a:gd name="connsiteY5" fmla="*/ 6172200 h 6172200"/>
              <a:gd name="connsiteX6" fmla="*/ 0 w 4495799"/>
              <a:gd name="connsiteY6" fmla="*/ 5879029 h 6172200"/>
              <a:gd name="connsiteX7" fmla="*/ 0 w 4495799"/>
              <a:gd name="connsiteY7" fmla="*/ 293171 h 6172200"/>
              <a:gd name="connsiteX8" fmla="*/ 293171 w 4495799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95799" h="6172200">
                <a:moveTo>
                  <a:pt x="293171" y="0"/>
                </a:moveTo>
                <a:lnTo>
                  <a:pt x="4202628" y="0"/>
                </a:lnTo>
                <a:cubicBezTo>
                  <a:pt x="4364542" y="0"/>
                  <a:pt x="4495799" y="131257"/>
                  <a:pt x="4495799" y="293171"/>
                </a:cubicBezTo>
                <a:lnTo>
                  <a:pt x="4495799" y="5879029"/>
                </a:lnTo>
                <a:cubicBezTo>
                  <a:pt x="4495799" y="6040943"/>
                  <a:pt x="4364542" y="6172200"/>
                  <a:pt x="4202628" y="6172200"/>
                </a:cubicBezTo>
                <a:lnTo>
                  <a:pt x="293171" y="6172200"/>
                </a:lnTo>
                <a:cubicBezTo>
                  <a:pt x="131257" y="6172200"/>
                  <a:pt x="0" y="6040943"/>
                  <a:pt x="0" y="5879029"/>
                </a:cubicBezTo>
                <a:lnTo>
                  <a:pt x="0" y="293171"/>
                </a:lnTo>
                <a:cubicBezTo>
                  <a:pt x="0" y="131257"/>
                  <a:pt x="131257" y="0"/>
                  <a:pt x="29317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6656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39F8C7-DD74-7177-C2DA-02533B6576F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04D0A65-74B1-4258-9347-517577BEF7B0}" type="datetime1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464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00591-709C-49DC-8FE0-9F32B5969F72}" type="datetime1">
              <a:rPr lang="en-US" smtClean="0"/>
              <a:t>8/7/2025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68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2619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3D0D37D-152B-44E6-AB8F-60E41FE679D7}" type="datetime1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0357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FD62D-5EED-4798-9EBA-B6E1A9B98072}" type="datetime1">
              <a:rPr lang="en-US" smtClean="0"/>
              <a:t>8/7/2025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9508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FCFE97D-4F8B-4270-9223-9617008B9FA3}" type="datetime1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661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B1D5C-1F84-4585-9043-549E87BD77AE}" type="datetime1">
              <a:rPr lang="en-US" smtClean="0"/>
              <a:t>8/7/2025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9240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EB90F8-5A2D-4795-872B-662FE96339B2}" type="datetime1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1069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02843" y="342901"/>
            <a:ext cx="7346257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A22F9C2-5647-4E58-BE9B-A16834D13FE3}" type="datetime1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9377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B124E6D-88B1-474F-9E7C-C29F02FACC38}" type="datetime1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76313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2" y="5111854"/>
            <a:ext cx="3739279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5837EDE-723C-6CF6-EB95-3AEDA1F07E9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9373" y="320043"/>
            <a:ext cx="11509730" cy="4404825"/>
          </a:xfrm>
          <a:custGeom>
            <a:avLst/>
            <a:gdLst>
              <a:gd name="connsiteX0" fmla="*/ 299132 w 11509730"/>
              <a:gd name="connsiteY0" fmla="*/ 0 h 4404825"/>
              <a:gd name="connsiteX1" fmla="*/ 11210598 w 11509730"/>
              <a:gd name="connsiteY1" fmla="*/ 0 h 4404825"/>
              <a:gd name="connsiteX2" fmla="*/ 11509730 w 11509730"/>
              <a:gd name="connsiteY2" fmla="*/ 299132 h 4404825"/>
              <a:gd name="connsiteX3" fmla="*/ 11509730 w 11509730"/>
              <a:gd name="connsiteY3" fmla="*/ 4105693 h 4404825"/>
              <a:gd name="connsiteX4" fmla="*/ 11210598 w 11509730"/>
              <a:gd name="connsiteY4" fmla="*/ 4404825 h 4404825"/>
              <a:gd name="connsiteX5" fmla="*/ 299132 w 11509730"/>
              <a:gd name="connsiteY5" fmla="*/ 4404825 h 4404825"/>
              <a:gd name="connsiteX6" fmla="*/ 0 w 11509730"/>
              <a:gd name="connsiteY6" fmla="*/ 4105693 h 4404825"/>
              <a:gd name="connsiteX7" fmla="*/ 0 w 11509730"/>
              <a:gd name="connsiteY7" fmla="*/ 299132 h 4404825"/>
              <a:gd name="connsiteX8" fmla="*/ 299132 w 11509730"/>
              <a:gd name="connsiteY8" fmla="*/ 0 h 44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4404825">
                <a:moveTo>
                  <a:pt x="299132" y="0"/>
                </a:moveTo>
                <a:lnTo>
                  <a:pt x="11210598" y="0"/>
                </a:lnTo>
                <a:cubicBezTo>
                  <a:pt x="11375804" y="0"/>
                  <a:pt x="11509730" y="133926"/>
                  <a:pt x="11509730" y="299132"/>
                </a:cubicBezTo>
                <a:lnTo>
                  <a:pt x="11509730" y="4105693"/>
                </a:lnTo>
                <a:cubicBezTo>
                  <a:pt x="11509730" y="4270899"/>
                  <a:pt x="11375804" y="4404825"/>
                  <a:pt x="11210598" y="4404825"/>
                </a:cubicBezTo>
                <a:lnTo>
                  <a:pt x="299132" y="4404825"/>
                </a:lnTo>
                <a:cubicBezTo>
                  <a:pt x="133926" y="4404825"/>
                  <a:pt x="0" y="4270899"/>
                  <a:pt x="0" y="4105693"/>
                </a:cubicBezTo>
                <a:lnTo>
                  <a:pt x="0" y="299132"/>
                </a:lnTo>
                <a:cubicBezTo>
                  <a:pt x="0" y="133926"/>
                  <a:pt x="133926" y="0"/>
                  <a:pt x="29913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21C7E-4348-443E-B7C8-EE213DFF1CB1}" type="datetime1">
              <a:rPr lang="en-US" smtClean="0"/>
              <a:t>8/7/2025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51928" y="5111854"/>
            <a:ext cx="6400800" cy="138988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32918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BCE7E7D-ED4A-B625-6CB8-4D71682F63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20042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2BB8D-1BA0-4790-987D-651470CA8928}" type="datetime1">
              <a:rPr lang="en-US" smtClean="0"/>
              <a:t>8/7/2025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8998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A25225-80A2-7139-2A81-39CA926639F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067414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38328"/>
          </a:xfrm>
        </p:spPr>
        <p:txBody>
          <a:bodyPr/>
          <a:lstStyle/>
          <a:p>
            <a:fld id="{48CD4B21-9C97-4358-8E22-9F49A31BDF6B}" type="datetime1">
              <a:rPr lang="en-US" smtClean="0"/>
              <a:t>8/7/2025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10580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5F6FDB5-F783-3538-287C-754C11C3097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9768" y="1828800"/>
            <a:ext cx="6176399" cy="4425696"/>
          </a:xfrm>
          <a:custGeom>
            <a:avLst/>
            <a:gdLst>
              <a:gd name="connsiteX0" fmla="*/ 325421 w 6450717"/>
              <a:gd name="connsiteY0" fmla="*/ 0 h 4425696"/>
              <a:gd name="connsiteX1" fmla="*/ 6125296 w 6450717"/>
              <a:gd name="connsiteY1" fmla="*/ 0 h 4425696"/>
              <a:gd name="connsiteX2" fmla="*/ 6450717 w 6450717"/>
              <a:gd name="connsiteY2" fmla="*/ 325421 h 4425696"/>
              <a:gd name="connsiteX3" fmla="*/ 6450717 w 6450717"/>
              <a:gd name="connsiteY3" fmla="*/ 4100275 h 4425696"/>
              <a:gd name="connsiteX4" fmla="*/ 6125296 w 6450717"/>
              <a:gd name="connsiteY4" fmla="*/ 4425696 h 4425696"/>
              <a:gd name="connsiteX5" fmla="*/ 325421 w 6450717"/>
              <a:gd name="connsiteY5" fmla="*/ 4425696 h 4425696"/>
              <a:gd name="connsiteX6" fmla="*/ 0 w 6450717"/>
              <a:gd name="connsiteY6" fmla="*/ 4100275 h 4425696"/>
              <a:gd name="connsiteX7" fmla="*/ 0 w 6450717"/>
              <a:gd name="connsiteY7" fmla="*/ 325421 h 4425696"/>
              <a:gd name="connsiteX8" fmla="*/ 325421 w 6450717"/>
              <a:gd name="connsiteY8" fmla="*/ 0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50717" h="4425696">
                <a:moveTo>
                  <a:pt x="325421" y="0"/>
                </a:moveTo>
                <a:lnTo>
                  <a:pt x="6125296" y="0"/>
                </a:lnTo>
                <a:cubicBezTo>
                  <a:pt x="6305021" y="0"/>
                  <a:pt x="6450717" y="145696"/>
                  <a:pt x="6450717" y="325421"/>
                </a:cubicBezTo>
                <a:lnTo>
                  <a:pt x="6450717" y="4100275"/>
                </a:lnTo>
                <a:cubicBezTo>
                  <a:pt x="6450717" y="4280000"/>
                  <a:pt x="6305021" y="4425696"/>
                  <a:pt x="6125296" y="4425696"/>
                </a:cubicBezTo>
                <a:lnTo>
                  <a:pt x="325421" y="4425696"/>
                </a:lnTo>
                <a:cubicBezTo>
                  <a:pt x="145696" y="4425696"/>
                  <a:pt x="0" y="4280000"/>
                  <a:pt x="0" y="4100275"/>
                </a:cubicBezTo>
                <a:lnTo>
                  <a:pt x="0" y="325421"/>
                </a:lnTo>
                <a:cubicBezTo>
                  <a:pt x="0" y="145696"/>
                  <a:pt x="145696" y="0"/>
                  <a:pt x="32542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87768" y="1828800"/>
            <a:ext cx="429768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8FABC-5F70-4DE9-8A42-1DE3D93319BF}" type="datetime1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8277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5F2F272-6D18-7E06-3E9A-D10C5C502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0075" y="2293496"/>
            <a:ext cx="4775158" cy="4039043"/>
          </a:xfrm>
          <a:custGeom>
            <a:avLst/>
            <a:gdLst>
              <a:gd name="connsiteX0" fmla="*/ 305917 w 4855463"/>
              <a:gd name="connsiteY0" fmla="*/ 0 h 4039043"/>
              <a:gd name="connsiteX1" fmla="*/ 4549547 w 4855463"/>
              <a:gd name="connsiteY1" fmla="*/ 0 h 4039043"/>
              <a:gd name="connsiteX2" fmla="*/ 4849249 w 4855463"/>
              <a:gd name="connsiteY2" fmla="*/ 244264 h 4039043"/>
              <a:gd name="connsiteX3" fmla="*/ 4855463 w 4855463"/>
              <a:gd name="connsiteY3" fmla="*/ 305907 h 4039043"/>
              <a:gd name="connsiteX4" fmla="*/ 4855463 w 4855463"/>
              <a:gd name="connsiteY4" fmla="*/ 3733136 h 4039043"/>
              <a:gd name="connsiteX5" fmla="*/ 4849249 w 4855463"/>
              <a:gd name="connsiteY5" fmla="*/ 3794779 h 4039043"/>
              <a:gd name="connsiteX6" fmla="*/ 4549547 w 4855463"/>
              <a:gd name="connsiteY6" fmla="*/ 4039043 h 4039043"/>
              <a:gd name="connsiteX7" fmla="*/ 305917 w 4855463"/>
              <a:gd name="connsiteY7" fmla="*/ 4039043 h 4039043"/>
              <a:gd name="connsiteX8" fmla="*/ 0 w 4855463"/>
              <a:gd name="connsiteY8" fmla="*/ 3733126 h 4039043"/>
              <a:gd name="connsiteX9" fmla="*/ 0 w 4855463"/>
              <a:gd name="connsiteY9" fmla="*/ 305917 h 4039043"/>
              <a:gd name="connsiteX10" fmla="*/ 305917 w 4855463"/>
              <a:gd name="connsiteY10" fmla="*/ 0 h 4039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55463" h="4039043">
                <a:moveTo>
                  <a:pt x="305917" y="0"/>
                </a:moveTo>
                <a:lnTo>
                  <a:pt x="4549547" y="0"/>
                </a:lnTo>
                <a:cubicBezTo>
                  <a:pt x="4697381" y="0"/>
                  <a:pt x="4820723" y="104863"/>
                  <a:pt x="4849249" y="244264"/>
                </a:cubicBezTo>
                <a:lnTo>
                  <a:pt x="4855463" y="305907"/>
                </a:lnTo>
                <a:lnTo>
                  <a:pt x="4855463" y="3733136"/>
                </a:lnTo>
                <a:lnTo>
                  <a:pt x="4849249" y="3794779"/>
                </a:lnTo>
                <a:cubicBezTo>
                  <a:pt x="4820723" y="3934180"/>
                  <a:pt x="4697381" y="4039043"/>
                  <a:pt x="4549547" y="4039043"/>
                </a:cubicBezTo>
                <a:lnTo>
                  <a:pt x="305917" y="4039043"/>
                </a:lnTo>
                <a:cubicBezTo>
                  <a:pt x="136964" y="4039043"/>
                  <a:pt x="0" y="3902079"/>
                  <a:pt x="0" y="3733126"/>
                </a:cubicBezTo>
                <a:lnTo>
                  <a:pt x="0" y="305917"/>
                </a:lnTo>
                <a:cubicBezTo>
                  <a:pt x="0" y="136964"/>
                  <a:pt x="136964" y="0"/>
                  <a:pt x="305917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2AAB-0859-49C5-9F81-D3744B520913}" type="datetime1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55921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4639E5C-EF58-65A1-C364-F58DE76158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0075" y="2293494"/>
            <a:ext cx="3666744" cy="4039044"/>
          </a:xfrm>
          <a:custGeom>
            <a:avLst/>
            <a:gdLst>
              <a:gd name="connsiteX0" fmla="*/ 292716 w 3666744"/>
              <a:gd name="connsiteY0" fmla="*/ 0 h 4039044"/>
              <a:gd name="connsiteX1" fmla="*/ 3374028 w 3666744"/>
              <a:gd name="connsiteY1" fmla="*/ 0 h 4039044"/>
              <a:gd name="connsiteX2" fmla="*/ 3666744 w 3666744"/>
              <a:gd name="connsiteY2" fmla="*/ 292716 h 4039044"/>
              <a:gd name="connsiteX3" fmla="*/ 3666744 w 3666744"/>
              <a:gd name="connsiteY3" fmla="*/ 3746328 h 4039044"/>
              <a:gd name="connsiteX4" fmla="*/ 3374028 w 3666744"/>
              <a:gd name="connsiteY4" fmla="*/ 4039044 h 4039044"/>
              <a:gd name="connsiteX5" fmla="*/ 292716 w 3666744"/>
              <a:gd name="connsiteY5" fmla="*/ 4039044 h 4039044"/>
              <a:gd name="connsiteX6" fmla="*/ 0 w 3666744"/>
              <a:gd name="connsiteY6" fmla="*/ 3746328 h 4039044"/>
              <a:gd name="connsiteX7" fmla="*/ 0 w 3666744"/>
              <a:gd name="connsiteY7" fmla="*/ 292716 h 4039044"/>
              <a:gd name="connsiteX8" fmla="*/ 292716 w 3666744"/>
              <a:gd name="connsiteY8" fmla="*/ 0 h 4039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66744" h="4039044">
                <a:moveTo>
                  <a:pt x="292716" y="0"/>
                </a:moveTo>
                <a:lnTo>
                  <a:pt x="3374028" y="0"/>
                </a:lnTo>
                <a:cubicBezTo>
                  <a:pt x="3535691" y="0"/>
                  <a:pt x="3666744" y="131053"/>
                  <a:pt x="3666744" y="292716"/>
                </a:cubicBezTo>
                <a:lnTo>
                  <a:pt x="3666744" y="3746328"/>
                </a:lnTo>
                <a:cubicBezTo>
                  <a:pt x="3666744" y="3907991"/>
                  <a:pt x="3535691" y="4039044"/>
                  <a:pt x="3374028" y="4039044"/>
                </a:cubicBezTo>
                <a:lnTo>
                  <a:pt x="292716" y="4039044"/>
                </a:lnTo>
                <a:cubicBezTo>
                  <a:pt x="131053" y="4039044"/>
                  <a:pt x="0" y="3907991"/>
                  <a:pt x="0" y="3746328"/>
                </a:cubicBezTo>
                <a:lnTo>
                  <a:pt x="0" y="292716"/>
                </a:lnTo>
                <a:cubicBezTo>
                  <a:pt x="0" y="131053"/>
                  <a:pt x="131053" y="0"/>
                  <a:pt x="2927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C0E27-EFA9-4706-B7B3-384BAC09CA5C}" type="datetime1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0676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4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38527-6BF7-45BD-8E9C-2BDCA53716A3}" type="datetime1">
              <a:rPr lang="en-US" smtClean="0"/>
              <a:t>8/7/2025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78638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buNone/>
              <a:defRPr sz="278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28026050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2D2C4-0829-4B37-AFA9-97EED5EA275A}" type="datetime1">
              <a:rPr lang="en-US" smtClean="0"/>
              <a:t>8/7/2025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78638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buNone/>
              <a:defRPr sz="27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5725822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80974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3353C-D70D-4D92-85A4-BE6E7FCC2830}" type="datetime1">
              <a:rPr lang="en-US" smtClean="0"/>
              <a:t>8/7/2025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603504"/>
            <a:ext cx="11201400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7800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41613053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622C3-A8C0-4CE4-AFAA-25D23CB3242F}" type="datetime1">
              <a:rPr lang="en-US" smtClean="0"/>
              <a:t>8/7/2025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665498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B6EAC-4E38-4BC4-964B-55A6571A4EBF}" type="datetime1">
              <a:rPr lang="en-US" smtClean="0"/>
              <a:t>8/7/2025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1076892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DDD8-66B1-484C-ABC1-3F6C2E131531}" type="datetime1">
              <a:rPr lang="en-US" smtClean="0"/>
              <a:t>8/7/2025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8540616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36776" y="5276088"/>
            <a:ext cx="9061704" cy="466344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2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828800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CBEC5-37D0-4E5C-8671-D7D2A06BE21B}" type="datetime1">
              <a:rPr lang="en-US" smtClean="0"/>
              <a:t>8/7/2025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8027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351F96B-ED98-BF55-D2B0-047000EF48E1}"/>
              </a:ext>
            </a:extLst>
          </p:cNvPr>
          <p:cNvSpPr/>
          <p:nvPr/>
        </p:nvSpPr>
        <p:spPr>
          <a:xfrm>
            <a:off x="806386" y="760151"/>
            <a:ext cx="10579222" cy="5337698"/>
          </a:xfrm>
          <a:prstGeom prst="roundRect">
            <a:avLst>
              <a:gd name="adj" fmla="val 6093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1368" y="5120640"/>
            <a:ext cx="8549640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2093976"/>
            <a:ext cx="8695944" cy="2130552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6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6FC37-12B5-4EB9-BB05-B5E210E93FF0}" type="datetime1">
              <a:rPr lang="en-US" smtClean="0"/>
              <a:t>8/7/2025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43974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56" y="4965192"/>
            <a:ext cx="9450699" cy="128930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438912"/>
            <a:ext cx="9619488" cy="45262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F6F3-6829-4CDD-B3A1-8F321E27194A}" type="datetime1">
              <a:rPr lang="en-US" smtClean="0"/>
              <a:t>8/7/2025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2001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56" y="4965192"/>
            <a:ext cx="9148947" cy="128930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179576"/>
            <a:ext cx="9317736" cy="3785616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652C-AA1E-4738-883B-0336FAAA5DB1}" type="datetime1">
              <a:rPr lang="en-US" smtClean="0"/>
              <a:t>8/7/2025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6773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25"/>
            <a:ext cx="5211762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24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56A5-925A-45AB-8491-C696F304662B}" type="datetime1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64294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88"/>
            <a:ext cx="5211762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82B41-9B9A-4653-8E8E-9D57A4983847}" type="datetime1">
              <a:rPr lang="en-US" smtClean="0"/>
              <a:t>8/7/2025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63487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80A14-C874-4C11-943E-4B7AAF73B997}" type="datetime1">
              <a:rPr lang="en-US" smtClean="0"/>
              <a:t>8/7/2025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68501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60914-BFFA-4E5B-B382-06A92C8508A8}" type="datetime1">
              <a:rPr lang="en-US" smtClean="0"/>
              <a:t>8/7/2025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70378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3615"/>
            <a:ext cx="3595634" cy="221284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9" y="2823029"/>
            <a:ext cx="3309608" cy="3481355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66741" cy="575256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EE75D-2E4A-469A-9092-8B43711F5315}" type="datetime1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48352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593592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DACA751-BBB2-3E33-EA6C-54B4A7F6842B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502843" y="342901"/>
            <a:ext cx="7346258" cy="6172198"/>
          </a:xfrm>
          <a:custGeom>
            <a:avLst/>
            <a:gdLst>
              <a:gd name="connsiteX0" fmla="*/ 264355 w 6785782"/>
              <a:gd name="connsiteY0" fmla="*/ 0 h 6172198"/>
              <a:gd name="connsiteX1" fmla="*/ 6521427 w 6785782"/>
              <a:gd name="connsiteY1" fmla="*/ 0 h 6172198"/>
              <a:gd name="connsiteX2" fmla="*/ 6785782 w 6785782"/>
              <a:gd name="connsiteY2" fmla="*/ 264355 h 6172198"/>
              <a:gd name="connsiteX3" fmla="*/ 6785782 w 6785782"/>
              <a:gd name="connsiteY3" fmla="*/ 5907843 h 6172198"/>
              <a:gd name="connsiteX4" fmla="*/ 6521427 w 6785782"/>
              <a:gd name="connsiteY4" fmla="*/ 6172198 h 6172198"/>
              <a:gd name="connsiteX5" fmla="*/ 264355 w 6785782"/>
              <a:gd name="connsiteY5" fmla="*/ 6172198 h 6172198"/>
              <a:gd name="connsiteX6" fmla="*/ 0 w 6785782"/>
              <a:gd name="connsiteY6" fmla="*/ 5907843 h 6172198"/>
              <a:gd name="connsiteX7" fmla="*/ 0 w 6785782"/>
              <a:gd name="connsiteY7" fmla="*/ 264355 h 6172198"/>
              <a:gd name="connsiteX8" fmla="*/ 264355 w 6785782"/>
              <a:gd name="connsiteY8" fmla="*/ 0 h 6172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85782" h="6172198">
                <a:moveTo>
                  <a:pt x="264355" y="0"/>
                </a:moveTo>
                <a:lnTo>
                  <a:pt x="6521427" y="0"/>
                </a:lnTo>
                <a:cubicBezTo>
                  <a:pt x="6667426" y="0"/>
                  <a:pt x="6785782" y="118356"/>
                  <a:pt x="6785782" y="264355"/>
                </a:cubicBezTo>
                <a:lnTo>
                  <a:pt x="6785782" y="5907843"/>
                </a:lnTo>
                <a:cubicBezTo>
                  <a:pt x="6785782" y="6053842"/>
                  <a:pt x="6667426" y="6172198"/>
                  <a:pt x="6521427" y="6172198"/>
                </a:cubicBezTo>
                <a:lnTo>
                  <a:pt x="264355" y="6172198"/>
                </a:lnTo>
                <a:cubicBezTo>
                  <a:pt x="118356" y="6172198"/>
                  <a:pt x="0" y="6053842"/>
                  <a:pt x="0" y="5907843"/>
                </a:cubicBezTo>
                <a:lnTo>
                  <a:pt x="0" y="264355"/>
                </a:lnTo>
                <a:cubicBezTo>
                  <a:pt x="0" y="118356"/>
                  <a:pt x="118356" y="0"/>
                  <a:pt x="26435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6FD38-01FF-4539-8A35-AB19E4D5C3A7}" type="datetime1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3003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C5BFC-EF85-4C2B-8809-2F9E7D76A143}" type="datetime1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4030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7370064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7370064" cy="22311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805FF-0F6F-4DB7-B5D6-9BF14E40F716}" type="datetime1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3384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83464"/>
            <a:ext cx="10652760" cy="969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1380744"/>
            <a:ext cx="10652760" cy="4901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E9D380B3-E270-4064-8D13-292A875F6C31}" type="datetime1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435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D59CF8-E0EA-E8F4-76C6-065FF14027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anchor="b">
            <a:normAutofit/>
          </a:bodyPr>
          <a:lstStyle/>
          <a:p>
            <a:r>
              <a:rPr lang="ja-JP" altLang="en-US" dirty="0"/>
              <a:t>テスト用ダミーデータ</a:t>
            </a:r>
            <a:endParaRPr lang="en-US" dirty="0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BA915748-BC0F-E06D-C6FE-E0B2890AC0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2901" y="343038"/>
            <a:ext cx="11506200" cy="479276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字幕 4">
            <a:extLst>
              <a:ext uri="{FF2B5EF4-FFF2-40B4-BE49-F238E27FC236}">
                <a16:creationId xmlns:a16="http://schemas.microsoft.com/office/drawing/2014/main" id="{209A1717-F9AC-B13E-B5BD-92839AE274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332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F27DA6-D889-7D65-BFBA-DDCB67F93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/>
          <a:p>
            <a:r>
              <a:rPr lang="en-US" dirty="0" err="1"/>
              <a:t>議題</a:t>
            </a:r>
            <a:endParaRPr lang="en-US" dirty="0"/>
          </a:p>
        </p:txBody>
      </p:sp>
      <p:graphicFrame>
        <p:nvGraphicFramePr>
          <p:cNvPr id="5" name="コンテンツ プレースホルダー 4">
            <a:extLst>
              <a:ext uri="{FF2B5EF4-FFF2-40B4-BE49-F238E27FC236}">
                <a16:creationId xmlns:a16="http://schemas.microsoft.com/office/drawing/2014/main" id="{2419F515-76C9-E88F-68DE-CFAB64E6AEA3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161418497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5998464" y="2575851"/>
          <a:ext cx="5486401" cy="3580820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075597">
                  <a:extLst>
                    <a:ext uri="{9D8B030D-6E8A-4147-A177-3AD203B41FA5}">
                      <a16:colId xmlns:a16="http://schemas.microsoft.com/office/drawing/2014/main" val="934713439"/>
                    </a:ext>
                  </a:extLst>
                </a:gridCol>
                <a:gridCol w="3410804">
                  <a:extLst>
                    <a:ext uri="{9D8B030D-6E8A-4147-A177-3AD203B41FA5}">
                      <a16:colId xmlns:a16="http://schemas.microsoft.com/office/drawing/2014/main" val="1894753786"/>
                    </a:ext>
                  </a:extLst>
                </a:gridCol>
              </a:tblGrid>
              <a:tr h="716164">
                <a:tc>
                  <a:txBody>
                    <a:bodyPr/>
                    <a:lstStyle/>
                    <a:p>
                      <a:r>
                        <a:rPr lang="en-US" sz="2500" b="1" cap="none" spc="0">
                          <a:solidFill>
                            <a:schemeClr val="accent1"/>
                          </a:solidFill>
                        </a:rPr>
                        <a:t>01</a:t>
                      </a:r>
                    </a:p>
                  </a:txBody>
                  <a:tcPr marL="106713" marR="106713" marT="106713" marB="10671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 cap="none" spc="0" dirty="0">
                          <a:solidFill>
                            <a:schemeClr val="tx1"/>
                          </a:solidFill>
                        </a:rPr>
                        <a:t>名簿リスト</a:t>
                      </a:r>
                      <a:endParaRPr lang="en-US" altLang="ja-JP" sz="16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6713" marR="106713" marT="106713" marB="10671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4524700"/>
                  </a:ext>
                </a:extLst>
              </a:tr>
              <a:tr h="716164">
                <a:tc>
                  <a:txBody>
                    <a:bodyPr/>
                    <a:lstStyle/>
                    <a:p>
                      <a:r>
                        <a:rPr lang="en-US" sz="2500" b="1" cap="none" spc="0">
                          <a:solidFill>
                            <a:schemeClr val="accent1"/>
                          </a:solidFill>
                        </a:rPr>
                        <a:t>02</a:t>
                      </a:r>
                    </a:p>
                  </a:txBody>
                  <a:tcPr marL="106713" marR="106713" marT="106713" marB="10671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 cap="none" spc="0" dirty="0">
                          <a:solidFill>
                            <a:schemeClr val="tx1"/>
                          </a:solidFill>
                        </a:rPr>
                        <a:t>文章</a:t>
                      </a:r>
                    </a:p>
                  </a:txBody>
                  <a:tcPr marL="106713" marR="106713" marT="106713" marB="10671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7367906"/>
                  </a:ext>
                </a:extLst>
              </a:tr>
              <a:tr h="716164">
                <a:tc>
                  <a:txBody>
                    <a:bodyPr/>
                    <a:lstStyle/>
                    <a:p>
                      <a:endParaRPr lang="en-US" sz="2500" b="1" cap="none" spc="0" dirty="0">
                        <a:solidFill>
                          <a:schemeClr val="accent1"/>
                        </a:solidFill>
                      </a:endParaRPr>
                    </a:p>
                  </a:txBody>
                  <a:tcPr marL="106713" marR="106713" marT="106713" marB="10671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ja-JP" altLang="en-US" sz="1600" b="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6713" marR="106713" marT="106713" marB="10671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8687652"/>
                  </a:ext>
                </a:extLst>
              </a:tr>
              <a:tr h="716164">
                <a:tc>
                  <a:txBody>
                    <a:bodyPr/>
                    <a:lstStyle/>
                    <a:p>
                      <a:endParaRPr lang="en-US" sz="2500" b="1" cap="none" spc="0">
                        <a:solidFill>
                          <a:schemeClr val="accent1"/>
                        </a:solidFill>
                      </a:endParaRPr>
                    </a:p>
                  </a:txBody>
                  <a:tcPr marL="106713" marR="106713" marT="106713" marB="10671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ja-JP" altLang="en-US" sz="16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6713" marR="106713" marT="106713" marB="10671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6939894"/>
                  </a:ext>
                </a:extLst>
              </a:tr>
              <a:tr h="716164">
                <a:tc>
                  <a:txBody>
                    <a:bodyPr/>
                    <a:lstStyle/>
                    <a:p>
                      <a:endParaRPr lang="en-US" sz="2500" b="1" cap="none" spc="0">
                        <a:solidFill>
                          <a:schemeClr val="accent1"/>
                        </a:solidFill>
                      </a:endParaRPr>
                    </a:p>
                  </a:txBody>
                  <a:tcPr marL="106713" marR="106713" marT="106713" marB="10671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ja-JP" altLang="en-US" sz="16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6713" marR="106713" marT="106713" marB="10671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1273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9881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F7C28B-D3F7-5C23-2760-AFCD7E4FB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7772400" cy="4562856"/>
          </a:xfrm>
        </p:spPr>
        <p:txBody>
          <a:bodyPr anchor="b">
            <a:normAutofit/>
          </a:bodyPr>
          <a:lstStyle/>
          <a:p>
            <a:r>
              <a:rPr lang="ja-JP" altLang="en-US" dirty="0"/>
              <a:t>名簿リスト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921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1A881DFB-3608-79B0-A0E4-9F05399D69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741287"/>
              </p:ext>
            </p:extLst>
          </p:nvPr>
        </p:nvGraphicFramePr>
        <p:xfrm>
          <a:off x="430214" y="955040"/>
          <a:ext cx="10652123" cy="51104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9272">
                  <a:extLst>
                    <a:ext uri="{9D8B030D-6E8A-4147-A177-3AD203B41FA5}">
                      <a16:colId xmlns:a16="http://schemas.microsoft.com/office/drawing/2014/main" val="1811904247"/>
                    </a:ext>
                  </a:extLst>
                </a:gridCol>
                <a:gridCol w="648561">
                  <a:extLst>
                    <a:ext uri="{9D8B030D-6E8A-4147-A177-3AD203B41FA5}">
                      <a16:colId xmlns:a16="http://schemas.microsoft.com/office/drawing/2014/main" val="2045791190"/>
                    </a:ext>
                  </a:extLst>
                </a:gridCol>
                <a:gridCol w="648561">
                  <a:extLst>
                    <a:ext uri="{9D8B030D-6E8A-4147-A177-3AD203B41FA5}">
                      <a16:colId xmlns:a16="http://schemas.microsoft.com/office/drawing/2014/main" val="3018676588"/>
                    </a:ext>
                  </a:extLst>
                </a:gridCol>
                <a:gridCol w="687868">
                  <a:extLst>
                    <a:ext uri="{9D8B030D-6E8A-4147-A177-3AD203B41FA5}">
                      <a16:colId xmlns:a16="http://schemas.microsoft.com/office/drawing/2014/main" val="2310475805"/>
                    </a:ext>
                  </a:extLst>
                </a:gridCol>
                <a:gridCol w="183431">
                  <a:extLst>
                    <a:ext uri="{9D8B030D-6E8A-4147-A177-3AD203B41FA5}">
                      <a16:colId xmlns:a16="http://schemas.microsoft.com/office/drawing/2014/main" val="2495655452"/>
                    </a:ext>
                  </a:extLst>
                </a:gridCol>
                <a:gridCol w="556845">
                  <a:extLst>
                    <a:ext uri="{9D8B030D-6E8A-4147-A177-3AD203B41FA5}">
                      <a16:colId xmlns:a16="http://schemas.microsoft.com/office/drawing/2014/main" val="2542395946"/>
                    </a:ext>
                  </a:extLst>
                </a:gridCol>
                <a:gridCol w="484783">
                  <a:extLst>
                    <a:ext uri="{9D8B030D-6E8A-4147-A177-3AD203B41FA5}">
                      <a16:colId xmlns:a16="http://schemas.microsoft.com/office/drawing/2014/main" val="2193347565"/>
                    </a:ext>
                  </a:extLst>
                </a:gridCol>
                <a:gridCol w="255494">
                  <a:extLst>
                    <a:ext uri="{9D8B030D-6E8A-4147-A177-3AD203B41FA5}">
                      <a16:colId xmlns:a16="http://schemas.microsoft.com/office/drawing/2014/main" val="3443303874"/>
                    </a:ext>
                  </a:extLst>
                </a:gridCol>
                <a:gridCol w="1146446">
                  <a:extLst>
                    <a:ext uri="{9D8B030D-6E8A-4147-A177-3AD203B41FA5}">
                      <a16:colId xmlns:a16="http://schemas.microsoft.com/office/drawing/2014/main" val="3398112344"/>
                    </a:ext>
                  </a:extLst>
                </a:gridCol>
                <a:gridCol w="452027">
                  <a:extLst>
                    <a:ext uri="{9D8B030D-6E8A-4147-A177-3AD203B41FA5}">
                      <a16:colId xmlns:a16="http://schemas.microsoft.com/office/drawing/2014/main" val="3964443293"/>
                    </a:ext>
                  </a:extLst>
                </a:gridCol>
                <a:gridCol w="491334">
                  <a:extLst>
                    <a:ext uri="{9D8B030D-6E8A-4147-A177-3AD203B41FA5}">
                      <a16:colId xmlns:a16="http://schemas.microsoft.com/office/drawing/2014/main" val="873779951"/>
                    </a:ext>
                  </a:extLst>
                </a:gridCol>
                <a:gridCol w="327556">
                  <a:extLst>
                    <a:ext uri="{9D8B030D-6E8A-4147-A177-3AD203B41FA5}">
                      <a16:colId xmlns:a16="http://schemas.microsoft.com/office/drawing/2014/main" val="1212789124"/>
                    </a:ext>
                  </a:extLst>
                </a:gridCol>
                <a:gridCol w="1965337">
                  <a:extLst>
                    <a:ext uri="{9D8B030D-6E8A-4147-A177-3AD203B41FA5}">
                      <a16:colId xmlns:a16="http://schemas.microsoft.com/office/drawing/2014/main" val="712171711"/>
                    </a:ext>
                  </a:extLst>
                </a:gridCol>
                <a:gridCol w="936810">
                  <a:extLst>
                    <a:ext uri="{9D8B030D-6E8A-4147-A177-3AD203B41FA5}">
                      <a16:colId xmlns:a16="http://schemas.microsoft.com/office/drawing/2014/main" val="3461201594"/>
                    </a:ext>
                  </a:extLst>
                </a:gridCol>
                <a:gridCol w="635459">
                  <a:extLst>
                    <a:ext uri="{9D8B030D-6E8A-4147-A177-3AD203B41FA5}">
                      <a16:colId xmlns:a16="http://schemas.microsoft.com/office/drawing/2014/main" val="193168939"/>
                    </a:ext>
                  </a:extLst>
                </a:gridCol>
                <a:gridCol w="327556">
                  <a:extLst>
                    <a:ext uri="{9D8B030D-6E8A-4147-A177-3AD203B41FA5}">
                      <a16:colId xmlns:a16="http://schemas.microsoft.com/office/drawing/2014/main" val="583802224"/>
                    </a:ext>
                  </a:extLst>
                </a:gridCol>
                <a:gridCol w="484783">
                  <a:extLst>
                    <a:ext uri="{9D8B030D-6E8A-4147-A177-3AD203B41FA5}">
                      <a16:colId xmlns:a16="http://schemas.microsoft.com/office/drawing/2014/main" val="3855786157"/>
                    </a:ext>
                  </a:extLst>
                </a:gridCol>
              </a:tblGrid>
              <a:tr h="246427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氏名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氏名（ひらがな）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氏名（カタカナ）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氏名（ローマ字）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年齢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生年月日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性別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血液型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メールアドレス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電話番号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携帯電話番号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郵便番号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住所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会社名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クレジットカード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有効期限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マイナンバー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extLst>
                  <a:ext uri="{0D108BD9-81ED-4DB2-BD59-A6C34878D82A}">
                    <a16:rowId xmlns:a16="http://schemas.microsoft.com/office/drawing/2014/main" val="2398202717"/>
                  </a:ext>
                </a:extLst>
              </a:tr>
              <a:tr h="486405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渋谷 祐樹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しぶや ゆうき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シブヤ ユウキ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Shibuya Yuuki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56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600" u="none" strike="noStrike">
                          <a:effectLst/>
                        </a:rPr>
                        <a:t>1966</a:t>
                      </a:r>
                      <a:r>
                        <a:rPr lang="ja-JP" altLang="en-US" sz="600" u="none" strike="noStrike">
                          <a:effectLst/>
                        </a:rPr>
                        <a:t>年</a:t>
                      </a:r>
                      <a:r>
                        <a:rPr lang="en-US" altLang="ja-JP" sz="600" u="none" strike="noStrike">
                          <a:effectLst/>
                        </a:rPr>
                        <a:t>10</a:t>
                      </a:r>
                      <a:r>
                        <a:rPr lang="ja-JP" altLang="en-US" sz="600" u="none" strike="noStrike">
                          <a:effectLst/>
                        </a:rPr>
                        <a:t>月</a:t>
                      </a:r>
                      <a:r>
                        <a:rPr lang="en-US" altLang="ja-JP" sz="600" u="none" strike="noStrike">
                          <a:effectLst/>
                        </a:rPr>
                        <a:t>27</a:t>
                      </a:r>
                      <a:r>
                        <a:rPr lang="ja-JP" altLang="en-US" sz="600" u="none" strike="noStrike">
                          <a:effectLst/>
                        </a:rPr>
                        <a:t>日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男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A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shibuyayuuki@example.co.jp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03-2180-9357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070-9854-5007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197-2800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600" u="none" strike="noStrike">
                          <a:effectLst/>
                        </a:rPr>
                        <a:t>東京都中野区東中野</a:t>
                      </a:r>
                      <a:r>
                        <a:rPr lang="en-US" altLang="zh-TW" sz="600" u="none" strike="noStrike">
                          <a:effectLst/>
                        </a:rPr>
                        <a:t>3-5-9</a:t>
                      </a:r>
                      <a:endParaRPr lang="en-US" altLang="zh-TW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5578915138187885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01/28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134107551456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extLst>
                  <a:ext uri="{0D108BD9-81ED-4DB2-BD59-A6C34878D82A}">
                    <a16:rowId xmlns:a16="http://schemas.microsoft.com/office/drawing/2014/main" val="873924144"/>
                  </a:ext>
                </a:extLst>
              </a:tr>
              <a:tr h="486405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細井 英一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ほそい えいいち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ホソイ エイイチ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Hosoi Eiichi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52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600" u="none" strike="noStrike">
                          <a:effectLst/>
                        </a:rPr>
                        <a:t>1970</a:t>
                      </a:r>
                      <a:r>
                        <a:rPr lang="ja-JP" altLang="en-US" sz="600" u="none" strike="noStrike">
                          <a:effectLst/>
                        </a:rPr>
                        <a:t>年</a:t>
                      </a:r>
                      <a:r>
                        <a:rPr lang="en-US" altLang="ja-JP" sz="600" u="none" strike="noStrike">
                          <a:effectLst/>
                        </a:rPr>
                        <a:t>10</a:t>
                      </a:r>
                      <a:r>
                        <a:rPr lang="ja-JP" altLang="en-US" sz="600" u="none" strike="noStrike">
                          <a:effectLst/>
                        </a:rPr>
                        <a:t>月</a:t>
                      </a:r>
                      <a:r>
                        <a:rPr lang="en-US" altLang="ja-JP" sz="600" u="none" strike="noStrike">
                          <a:effectLst/>
                        </a:rPr>
                        <a:t>11</a:t>
                      </a:r>
                      <a:r>
                        <a:rPr lang="ja-JP" altLang="en-US" sz="600" u="none" strike="noStrike">
                          <a:effectLst/>
                        </a:rPr>
                        <a:t>日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男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O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hosoieiichi@example.com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03-1078-4149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050-5075-4317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170-9965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600" u="none" strike="noStrike">
                          <a:effectLst/>
                        </a:rPr>
                        <a:t>東京都豊島区東池袋</a:t>
                      </a:r>
                      <a:r>
                        <a:rPr lang="en-US" altLang="zh-TW" sz="600" u="none" strike="noStrike">
                          <a:effectLst/>
                        </a:rPr>
                        <a:t>3-3-207</a:t>
                      </a:r>
                      <a:endParaRPr lang="en-US" altLang="zh-TW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有限会社エイシン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371662978167037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11/25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466423089147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extLst>
                  <a:ext uri="{0D108BD9-81ED-4DB2-BD59-A6C34878D82A}">
                    <a16:rowId xmlns:a16="http://schemas.microsoft.com/office/drawing/2014/main" val="218672642"/>
                  </a:ext>
                </a:extLst>
              </a:tr>
              <a:tr h="486405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山岸 えり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やまぎし えり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ヤマギシ エリ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Yamagishi Eri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38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600" u="none" strike="noStrike">
                          <a:effectLst/>
                        </a:rPr>
                        <a:t>1985</a:t>
                      </a:r>
                      <a:r>
                        <a:rPr lang="ja-JP" altLang="en-US" sz="600" u="none" strike="noStrike">
                          <a:effectLst/>
                        </a:rPr>
                        <a:t>年</a:t>
                      </a:r>
                      <a:r>
                        <a:rPr lang="en-US" altLang="ja-JP" sz="600" u="none" strike="noStrike">
                          <a:effectLst/>
                        </a:rPr>
                        <a:t>06</a:t>
                      </a:r>
                      <a:r>
                        <a:rPr lang="ja-JP" altLang="en-US" sz="600" u="none" strike="noStrike">
                          <a:effectLst/>
                        </a:rPr>
                        <a:t>月</a:t>
                      </a:r>
                      <a:r>
                        <a:rPr lang="en-US" altLang="ja-JP" sz="600" u="none" strike="noStrike">
                          <a:effectLst/>
                        </a:rPr>
                        <a:t>25</a:t>
                      </a:r>
                      <a:r>
                        <a:rPr lang="ja-JP" altLang="en-US" sz="600" u="none" strike="noStrike">
                          <a:effectLst/>
                        </a:rPr>
                        <a:t>日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女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A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yamagishi_eri@example.co.jp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09496-1-1059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050-6231-9525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803-1318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600" u="none" strike="noStrike">
                          <a:effectLst/>
                        </a:rPr>
                        <a:t>福岡県福岡市東区青葉</a:t>
                      </a:r>
                      <a:r>
                        <a:rPr lang="en-US" altLang="zh-TW" sz="600" u="none" strike="noStrike">
                          <a:effectLst/>
                        </a:rPr>
                        <a:t>3-2-3</a:t>
                      </a:r>
                      <a:endParaRPr lang="en-US" altLang="zh-TW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有限会社宮崎商店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3555957269063750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12/27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258405545192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extLst>
                  <a:ext uri="{0D108BD9-81ED-4DB2-BD59-A6C34878D82A}">
                    <a16:rowId xmlns:a16="http://schemas.microsoft.com/office/drawing/2014/main" val="4072171339"/>
                  </a:ext>
                </a:extLst>
              </a:tr>
              <a:tr h="486405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鈴木 聡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すずき あきら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スズキ アキラ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Suzuki Akira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47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600" u="none" strike="noStrike">
                          <a:effectLst/>
                        </a:rPr>
                        <a:t>1976</a:t>
                      </a:r>
                      <a:r>
                        <a:rPr lang="ja-JP" altLang="en-US" sz="600" u="none" strike="noStrike">
                          <a:effectLst/>
                        </a:rPr>
                        <a:t>年</a:t>
                      </a:r>
                      <a:r>
                        <a:rPr lang="en-US" altLang="ja-JP" sz="600" u="none" strike="noStrike">
                          <a:effectLst/>
                        </a:rPr>
                        <a:t>09</a:t>
                      </a:r>
                      <a:r>
                        <a:rPr lang="ja-JP" altLang="en-US" sz="600" u="none" strike="noStrike">
                          <a:effectLst/>
                        </a:rPr>
                        <a:t>月</a:t>
                      </a:r>
                      <a:r>
                        <a:rPr lang="en-US" altLang="ja-JP" sz="600" u="none" strike="noStrike">
                          <a:effectLst/>
                        </a:rPr>
                        <a:t>12</a:t>
                      </a:r>
                      <a:r>
                        <a:rPr lang="ja-JP" altLang="en-US" sz="600" u="none" strike="noStrike">
                          <a:effectLst/>
                        </a:rPr>
                        <a:t>日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男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O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akirasuzuki@example.net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0436-31-3299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080-8054-2364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262-3793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千葉県市川市国府台</a:t>
                      </a:r>
                      <a:r>
                        <a:rPr lang="en-US" altLang="ja-JP" sz="600" u="none" strike="noStrike">
                          <a:effectLst/>
                        </a:rPr>
                        <a:t>2-1-6</a:t>
                      </a:r>
                      <a:endParaRPr lang="en-US" altLang="ja-JP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株式会社アンカー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4068167632670483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01/26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426393410598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extLst>
                  <a:ext uri="{0D108BD9-81ED-4DB2-BD59-A6C34878D82A}">
                    <a16:rowId xmlns:a16="http://schemas.microsoft.com/office/drawing/2014/main" val="1028705171"/>
                  </a:ext>
                </a:extLst>
              </a:tr>
              <a:tr h="486405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堀内 ゆかり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ほりうち ゆかり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ホリウチ ユカリ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Horiuchi Yukari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20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600" u="none" strike="noStrike">
                          <a:effectLst/>
                        </a:rPr>
                        <a:t>2003</a:t>
                      </a:r>
                      <a:r>
                        <a:rPr lang="ja-JP" altLang="en-US" sz="600" u="none" strike="noStrike">
                          <a:effectLst/>
                        </a:rPr>
                        <a:t>年</a:t>
                      </a:r>
                      <a:r>
                        <a:rPr lang="en-US" altLang="ja-JP" sz="600" u="none" strike="noStrike">
                          <a:effectLst/>
                        </a:rPr>
                        <a:t>01</a:t>
                      </a:r>
                      <a:r>
                        <a:rPr lang="ja-JP" altLang="en-US" sz="600" u="none" strike="noStrike">
                          <a:effectLst/>
                        </a:rPr>
                        <a:t>月</a:t>
                      </a:r>
                      <a:r>
                        <a:rPr lang="en-US" altLang="ja-JP" sz="600" u="none" strike="noStrike">
                          <a:effectLst/>
                        </a:rPr>
                        <a:t>22</a:t>
                      </a:r>
                      <a:r>
                        <a:rPr lang="ja-JP" altLang="en-US" sz="600" u="none" strike="noStrike">
                          <a:effectLst/>
                        </a:rPr>
                        <a:t>日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女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O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horiuchi_yukari@example.co.jp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03-0436-5208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090-1722-6546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128-6329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600" u="none" strike="noStrike">
                          <a:effectLst/>
                        </a:rPr>
                        <a:t>東京都杉並区今川</a:t>
                      </a:r>
                      <a:r>
                        <a:rPr lang="en-US" altLang="zh-TW" sz="600" u="none" strike="noStrike">
                          <a:effectLst/>
                        </a:rPr>
                        <a:t>3-2-3</a:t>
                      </a:r>
                      <a:endParaRPr lang="en-US" altLang="zh-TW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600" u="none" strike="noStrike">
                          <a:effectLst/>
                        </a:rPr>
                        <a:t>合資会社濱藤商店</a:t>
                      </a:r>
                      <a:endParaRPr lang="zh-TW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3538614554660863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01/25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429206570519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extLst>
                  <a:ext uri="{0D108BD9-81ED-4DB2-BD59-A6C34878D82A}">
                    <a16:rowId xmlns:a16="http://schemas.microsoft.com/office/drawing/2014/main" val="3436420952"/>
                  </a:ext>
                </a:extLst>
              </a:tr>
              <a:tr h="486405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氏家 達也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うじいえ たつや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ウジイエ タツヤ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Ujiie Tatsuya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80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600" u="none" strike="noStrike">
                          <a:effectLst/>
                        </a:rPr>
                        <a:t>1943</a:t>
                      </a:r>
                      <a:r>
                        <a:rPr lang="ja-JP" altLang="en-US" sz="600" u="none" strike="noStrike">
                          <a:effectLst/>
                        </a:rPr>
                        <a:t>年</a:t>
                      </a:r>
                      <a:r>
                        <a:rPr lang="en-US" altLang="ja-JP" sz="600" u="none" strike="noStrike">
                          <a:effectLst/>
                        </a:rPr>
                        <a:t>08</a:t>
                      </a:r>
                      <a:r>
                        <a:rPr lang="ja-JP" altLang="en-US" sz="600" u="none" strike="noStrike">
                          <a:effectLst/>
                        </a:rPr>
                        <a:t>月</a:t>
                      </a:r>
                      <a:r>
                        <a:rPr lang="en-US" altLang="ja-JP" sz="600" u="none" strike="noStrike">
                          <a:effectLst/>
                        </a:rPr>
                        <a:t>05</a:t>
                      </a:r>
                      <a:r>
                        <a:rPr lang="ja-JP" altLang="en-US" sz="600" u="none" strike="noStrike">
                          <a:effectLst/>
                        </a:rPr>
                        <a:t>日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男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A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ujiietatsuya@example.ne.jp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043-111-4772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050-8005-6937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291-8869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千葉県佐倉市中志津</a:t>
                      </a:r>
                      <a:r>
                        <a:rPr lang="en-US" altLang="ja-JP" sz="600" u="none" strike="noStrike">
                          <a:effectLst/>
                        </a:rPr>
                        <a:t>4-1-6</a:t>
                      </a:r>
                      <a:r>
                        <a:rPr lang="ja-JP" altLang="en-US" sz="600" u="none" strike="noStrike">
                          <a:effectLst/>
                        </a:rPr>
                        <a:t>レオ</a:t>
                      </a:r>
                      <a:r>
                        <a:rPr lang="en-US" altLang="ja-JP" sz="600" u="none" strike="noStrike">
                          <a:effectLst/>
                        </a:rPr>
                        <a:t>312</a:t>
                      </a:r>
                      <a:endParaRPr lang="en-US" altLang="ja-JP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5464620184087255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05/27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190133066130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extLst>
                  <a:ext uri="{0D108BD9-81ED-4DB2-BD59-A6C34878D82A}">
                    <a16:rowId xmlns:a16="http://schemas.microsoft.com/office/drawing/2014/main" val="864492349"/>
                  </a:ext>
                </a:extLst>
              </a:tr>
              <a:tr h="486405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清水 義和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しみず よしかず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シミズ ヨシカズ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Shimizu Yoshikazu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71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600" u="none" strike="noStrike">
                          <a:effectLst/>
                        </a:rPr>
                        <a:t>1951</a:t>
                      </a:r>
                      <a:r>
                        <a:rPr lang="ja-JP" altLang="en-US" sz="600" u="none" strike="noStrike">
                          <a:effectLst/>
                        </a:rPr>
                        <a:t>年</a:t>
                      </a:r>
                      <a:r>
                        <a:rPr lang="en-US" altLang="ja-JP" sz="600" u="none" strike="noStrike">
                          <a:effectLst/>
                        </a:rPr>
                        <a:t>10</a:t>
                      </a:r>
                      <a:r>
                        <a:rPr lang="ja-JP" altLang="en-US" sz="600" u="none" strike="noStrike">
                          <a:effectLst/>
                        </a:rPr>
                        <a:t>月</a:t>
                      </a:r>
                      <a:r>
                        <a:rPr lang="en-US" altLang="ja-JP" sz="600" u="none" strike="noStrike">
                          <a:effectLst/>
                        </a:rPr>
                        <a:t>21</a:t>
                      </a:r>
                      <a:r>
                        <a:rPr lang="ja-JP" altLang="en-US" sz="600" u="none" strike="noStrike">
                          <a:effectLst/>
                        </a:rPr>
                        <a:t>日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その他・不明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B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yoshikazu_shimizu@example.co.jp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0736-93-9189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050-9311-1173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643-1886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600" u="none" strike="noStrike">
                          <a:effectLst/>
                        </a:rPr>
                        <a:t>和歌山県和歌山市湊</a:t>
                      </a:r>
                      <a:r>
                        <a:rPr lang="en-US" altLang="zh-TW" sz="600" u="none" strike="noStrike">
                          <a:effectLst/>
                        </a:rPr>
                        <a:t>2-1-1106</a:t>
                      </a:r>
                      <a:endParaRPr lang="en-US" altLang="zh-TW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3572828877433496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11/25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292075725419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extLst>
                  <a:ext uri="{0D108BD9-81ED-4DB2-BD59-A6C34878D82A}">
                    <a16:rowId xmlns:a16="http://schemas.microsoft.com/office/drawing/2014/main" val="1609093125"/>
                  </a:ext>
                </a:extLst>
              </a:tr>
              <a:tr h="486405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米山 慶太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よねやま けいた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ヨネヤマ ケイタ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Yoneyama Keita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54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600" u="none" strike="noStrike">
                          <a:effectLst/>
                        </a:rPr>
                        <a:t>1969</a:t>
                      </a:r>
                      <a:r>
                        <a:rPr lang="ja-JP" altLang="en-US" sz="600" u="none" strike="noStrike">
                          <a:effectLst/>
                        </a:rPr>
                        <a:t>年</a:t>
                      </a:r>
                      <a:r>
                        <a:rPr lang="en-US" altLang="ja-JP" sz="600" u="none" strike="noStrike">
                          <a:effectLst/>
                        </a:rPr>
                        <a:t>04</a:t>
                      </a:r>
                      <a:r>
                        <a:rPr lang="ja-JP" altLang="en-US" sz="600" u="none" strike="noStrike">
                          <a:effectLst/>
                        </a:rPr>
                        <a:t>月</a:t>
                      </a:r>
                      <a:r>
                        <a:rPr lang="en-US" altLang="ja-JP" sz="600" u="none" strike="noStrike">
                          <a:effectLst/>
                        </a:rPr>
                        <a:t>26</a:t>
                      </a:r>
                      <a:r>
                        <a:rPr lang="ja-JP" altLang="en-US" sz="600" u="none" strike="noStrike">
                          <a:effectLst/>
                        </a:rPr>
                        <a:t>日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男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B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keita_yoneyama@example.ne.jp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0829-78-1442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090-0619-5835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733-2236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600" u="none" strike="noStrike">
                          <a:effectLst/>
                        </a:rPr>
                        <a:t>広島県広島市佐伯区皆賀</a:t>
                      </a:r>
                      <a:r>
                        <a:rPr lang="en-US" altLang="zh-TW" sz="600" u="none" strike="noStrike">
                          <a:effectLst/>
                        </a:rPr>
                        <a:t>4-3-6</a:t>
                      </a:r>
                      <a:endParaRPr lang="en-US" altLang="zh-TW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600" u="none" strike="noStrike">
                          <a:effectLst/>
                        </a:rPr>
                        <a:t>合資会社福田螺子製作所</a:t>
                      </a:r>
                      <a:endParaRPr lang="zh-TW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3539289790439338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06/24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084441424522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extLst>
                  <a:ext uri="{0D108BD9-81ED-4DB2-BD59-A6C34878D82A}">
                    <a16:rowId xmlns:a16="http://schemas.microsoft.com/office/drawing/2014/main" val="690902104"/>
                  </a:ext>
                </a:extLst>
              </a:tr>
              <a:tr h="486405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氷川 真由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ひかわ まゆき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ヒカワ マユキ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Hikawa Mayuki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77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600" u="none" strike="noStrike">
                          <a:effectLst/>
                        </a:rPr>
                        <a:t>1945</a:t>
                      </a:r>
                      <a:r>
                        <a:rPr lang="ja-JP" altLang="en-US" sz="600" u="none" strike="noStrike">
                          <a:effectLst/>
                        </a:rPr>
                        <a:t>年</a:t>
                      </a:r>
                      <a:r>
                        <a:rPr lang="en-US" altLang="ja-JP" sz="600" u="none" strike="noStrike">
                          <a:effectLst/>
                        </a:rPr>
                        <a:t>12</a:t>
                      </a:r>
                      <a:r>
                        <a:rPr lang="ja-JP" altLang="en-US" sz="600" u="none" strike="noStrike">
                          <a:effectLst/>
                        </a:rPr>
                        <a:t>月</a:t>
                      </a:r>
                      <a:r>
                        <a:rPr lang="en-US" altLang="ja-JP" sz="600" u="none" strike="noStrike">
                          <a:effectLst/>
                        </a:rPr>
                        <a:t>14</a:t>
                      </a:r>
                      <a:r>
                        <a:rPr lang="ja-JP" altLang="en-US" sz="600" u="none" strike="noStrike">
                          <a:effectLst/>
                        </a:rPr>
                        <a:t>日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女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A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hikawa_mayuki@example.jp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0460-44-1025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080-3139-5967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233-6842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600" u="none" strike="noStrike">
                          <a:effectLst/>
                        </a:rPr>
                        <a:t>神奈川県相模原市中央区千代田</a:t>
                      </a:r>
                      <a:r>
                        <a:rPr lang="en-US" altLang="zh-CN" sz="600" u="none" strike="noStrike">
                          <a:effectLst/>
                        </a:rPr>
                        <a:t>3-3-605</a:t>
                      </a:r>
                      <a:endParaRPr lang="en-US" altLang="zh-C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3576111233146250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09/25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373710040339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extLst>
                  <a:ext uri="{0D108BD9-81ED-4DB2-BD59-A6C34878D82A}">
                    <a16:rowId xmlns:a16="http://schemas.microsoft.com/office/drawing/2014/main" val="3353630177"/>
                  </a:ext>
                </a:extLst>
              </a:tr>
              <a:tr h="486405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飯田 勇人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いいだ はやと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イイダ ハヤト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Iida Hayato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23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600" u="none" strike="noStrike">
                          <a:effectLst/>
                        </a:rPr>
                        <a:t>2000</a:t>
                      </a:r>
                      <a:r>
                        <a:rPr lang="ja-JP" altLang="en-US" sz="600" u="none" strike="noStrike">
                          <a:effectLst/>
                        </a:rPr>
                        <a:t>年</a:t>
                      </a:r>
                      <a:r>
                        <a:rPr lang="en-US" altLang="ja-JP" sz="600" u="none" strike="noStrike">
                          <a:effectLst/>
                        </a:rPr>
                        <a:t>06</a:t>
                      </a:r>
                      <a:r>
                        <a:rPr lang="ja-JP" altLang="en-US" sz="600" u="none" strike="noStrike">
                          <a:effectLst/>
                        </a:rPr>
                        <a:t>月</a:t>
                      </a:r>
                      <a:r>
                        <a:rPr lang="en-US" altLang="ja-JP" sz="600" u="none" strike="noStrike">
                          <a:effectLst/>
                        </a:rPr>
                        <a:t>02</a:t>
                      </a:r>
                      <a:r>
                        <a:rPr lang="ja-JP" altLang="en-US" sz="600" u="none" strike="noStrike">
                          <a:effectLst/>
                        </a:rPr>
                        <a:t>日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男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AB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iidahayato@example.ne.jp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0256-11-2249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080-2874-5457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954-5972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600" u="none" strike="noStrike">
                          <a:effectLst/>
                        </a:rPr>
                        <a:t>新潟県十日町市稲荷町</a:t>
                      </a:r>
                      <a:r>
                        <a:rPr lang="en-US" altLang="zh-TW" sz="600" u="none" strike="noStrike">
                          <a:effectLst/>
                        </a:rPr>
                        <a:t>2-4-404</a:t>
                      </a:r>
                      <a:endParaRPr lang="en-US" altLang="zh-TW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600" u="none" strike="noStrike">
                          <a:effectLst/>
                        </a:rPr>
                        <a:t>有限会社リード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5154806052641001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04/25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058994521100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457" marR="2457" marT="2457" marB="0" anchor="b"/>
                </a:tc>
                <a:extLst>
                  <a:ext uri="{0D108BD9-81ED-4DB2-BD59-A6C34878D82A}">
                    <a16:rowId xmlns:a16="http://schemas.microsoft.com/office/drawing/2014/main" val="3075880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8316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DC3AF-F312-686F-833A-6EE9748CA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19C30A-F8A3-F215-1548-66635D57B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7772400" cy="4562856"/>
          </a:xfrm>
        </p:spPr>
        <p:txBody>
          <a:bodyPr anchor="b">
            <a:normAutofit/>
          </a:bodyPr>
          <a:lstStyle/>
          <a:p>
            <a:r>
              <a:rPr lang="ja-JP" altLang="en-US" dirty="0"/>
              <a:t>文章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280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45F0E-7EC9-D50B-9C47-778FF0697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コンテンツ プレースホルダー 4">
            <a:extLst>
              <a:ext uri="{FF2B5EF4-FFF2-40B4-BE49-F238E27FC236}">
                <a16:creationId xmlns:a16="http://schemas.microsoft.com/office/drawing/2014/main" id="{A37A39F7-543B-8E85-0F14-CF156C8329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8722781"/>
              </p:ext>
            </p:extLst>
          </p:nvPr>
        </p:nvGraphicFramePr>
        <p:xfrm>
          <a:off x="749147" y="793214"/>
          <a:ext cx="10532125" cy="54885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2432">
                  <a:extLst>
                    <a:ext uri="{9D8B030D-6E8A-4147-A177-3AD203B41FA5}">
                      <a16:colId xmlns:a16="http://schemas.microsoft.com/office/drawing/2014/main" val="3265799781"/>
                    </a:ext>
                  </a:extLst>
                </a:gridCol>
                <a:gridCol w="9939693">
                  <a:extLst>
                    <a:ext uri="{9D8B030D-6E8A-4147-A177-3AD203B41FA5}">
                      <a16:colId xmlns:a16="http://schemas.microsoft.com/office/drawing/2014/main" val="3920047343"/>
                    </a:ext>
                  </a:extLst>
                </a:gridCol>
              </a:tblGrid>
              <a:tr h="522682"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2483" marR="2483" marT="248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山田太郎さんは、東京都渋谷区</a:t>
                      </a:r>
                      <a:r>
                        <a:rPr lang="en-US" altLang="ja-JP" sz="600" u="none" strike="noStrike">
                          <a:effectLst/>
                        </a:rPr>
                        <a:t>1-1-1</a:t>
                      </a:r>
                      <a:r>
                        <a:rPr lang="ja-JP" altLang="en-US" sz="600" u="none" strike="noStrike">
                          <a:effectLst/>
                        </a:rPr>
                        <a:t>に住んでおり、仕事ではプログラマーとして働いています。休日の土曜日は映画を見に行き、日曜日は自転車に乗ることを楽しんでいます。彼の電話番号は</a:t>
                      </a:r>
                      <a:r>
                        <a:rPr lang="en-US" altLang="ja-JP" sz="600" u="none" strike="noStrike">
                          <a:effectLst/>
                        </a:rPr>
                        <a:t>080-1111-2222</a:t>
                      </a:r>
                      <a:r>
                        <a:rPr lang="ja-JP" altLang="en-US" sz="600" u="none" strike="noStrike">
                          <a:effectLst/>
                        </a:rPr>
                        <a:t>です。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2483" marR="2483" marT="2483" marB="0"/>
                </a:tc>
                <a:extLst>
                  <a:ext uri="{0D108BD9-81ED-4DB2-BD59-A6C34878D82A}">
                    <a16:rowId xmlns:a16="http://schemas.microsoft.com/office/drawing/2014/main" val="1460211826"/>
                  </a:ext>
                </a:extLst>
              </a:tr>
              <a:tr h="522682"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2483" marR="2483" marT="248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田中花子さんは、大阪府大阪市</a:t>
                      </a:r>
                      <a:r>
                        <a:rPr lang="en-US" altLang="ja-JP" sz="600" u="none" strike="noStrike">
                          <a:effectLst/>
                        </a:rPr>
                        <a:t>2-2-2</a:t>
                      </a:r>
                      <a:r>
                        <a:rPr lang="ja-JP" altLang="en-US" sz="600" u="none" strike="noStrike">
                          <a:effectLst/>
                        </a:rPr>
                        <a:t>に住んでおり、薬剤師として働いています。土曜日は美術館へ行き、日曜日は読書に時間を費やします。彼女の電話番号は</a:t>
                      </a:r>
                      <a:r>
                        <a:rPr lang="en-US" altLang="ja-JP" sz="600" u="none" strike="noStrike">
                          <a:effectLst/>
                        </a:rPr>
                        <a:t>080-3333-4444</a:t>
                      </a:r>
                      <a:r>
                        <a:rPr lang="ja-JP" altLang="en-US" sz="600" u="none" strike="noStrike">
                          <a:effectLst/>
                        </a:rPr>
                        <a:t>です。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2483" marR="2483" marT="2483" marB="0"/>
                </a:tc>
                <a:extLst>
                  <a:ext uri="{0D108BD9-81ED-4DB2-BD59-A6C34878D82A}">
                    <a16:rowId xmlns:a16="http://schemas.microsoft.com/office/drawing/2014/main" val="3763811532"/>
                  </a:ext>
                </a:extLst>
              </a:tr>
              <a:tr h="522682"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2483" marR="2483" marT="248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菊地佳子さんは、東京都千代田区</a:t>
                      </a:r>
                      <a:r>
                        <a:rPr lang="en-US" altLang="ja-JP" sz="600" u="none" strike="noStrike">
                          <a:effectLst/>
                        </a:rPr>
                        <a:t>1-2-3</a:t>
                      </a:r>
                      <a:r>
                        <a:rPr lang="ja-JP" altLang="en-US" sz="600" u="none" strike="noStrike">
                          <a:effectLst/>
                        </a:rPr>
                        <a:t>に住んでおり、営業マネージャーとして働いています。土曜日は友達とカフェで過ごし、日曜日は美術館へ足を運びます。彼女の電話番号は</a:t>
                      </a:r>
                      <a:r>
                        <a:rPr lang="en-US" altLang="ja-JP" sz="600" u="none" strike="noStrike">
                          <a:effectLst/>
                        </a:rPr>
                        <a:t>080-1234-5678</a:t>
                      </a:r>
                      <a:r>
                        <a:rPr lang="ja-JP" altLang="en-US" sz="600" u="none" strike="noStrike">
                          <a:effectLst/>
                        </a:rPr>
                        <a:t>です。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2483" marR="2483" marT="2483" marB="0"/>
                </a:tc>
                <a:extLst>
                  <a:ext uri="{0D108BD9-81ED-4DB2-BD59-A6C34878D82A}">
                    <a16:rowId xmlns:a16="http://schemas.microsoft.com/office/drawing/2014/main" val="2645928650"/>
                  </a:ext>
                </a:extLst>
              </a:tr>
              <a:tr h="522682"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2483" marR="2483" marT="248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小林秀夫さんは、大阪府大阪市</a:t>
                      </a:r>
                      <a:r>
                        <a:rPr lang="en-US" altLang="ja-JP" sz="600" u="none" strike="noStrike">
                          <a:effectLst/>
                        </a:rPr>
                        <a:t>4-5-6</a:t>
                      </a:r>
                      <a:r>
                        <a:rPr lang="ja-JP" altLang="en-US" sz="600" u="none" strike="noStrike">
                          <a:effectLst/>
                        </a:rPr>
                        <a:t>に住んでおり、デザイナーとしての仕事に従事しています。土曜日はショッピングに出かけ、日曜日は映画を鑑賞することが多いです。彼の電話番号は</a:t>
                      </a:r>
                      <a:r>
                        <a:rPr lang="en-US" altLang="ja-JP" sz="600" u="none" strike="noStrike">
                          <a:effectLst/>
                        </a:rPr>
                        <a:t>080-2345-6789</a:t>
                      </a:r>
                      <a:r>
                        <a:rPr lang="ja-JP" altLang="en-US" sz="600" u="none" strike="noStrike">
                          <a:effectLst/>
                        </a:rPr>
                        <a:t>です。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2483" marR="2483" marT="2483" marB="0"/>
                </a:tc>
                <a:extLst>
                  <a:ext uri="{0D108BD9-81ED-4DB2-BD59-A6C34878D82A}">
                    <a16:rowId xmlns:a16="http://schemas.microsoft.com/office/drawing/2014/main" val="3752379964"/>
                  </a:ext>
                </a:extLst>
              </a:tr>
              <a:tr h="522682"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2483" marR="2483" marT="248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田村雅子さんは、東京都渋谷区</a:t>
                      </a:r>
                      <a:r>
                        <a:rPr lang="en-US" altLang="ja-JP" sz="600" u="none" strike="noStrike">
                          <a:effectLst/>
                        </a:rPr>
                        <a:t>3-2-1</a:t>
                      </a:r>
                      <a:r>
                        <a:rPr lang="ja-JP" altLang="en-US" sz="600" u="none" strike="noStrike">
                          <a:effectLst/>
                        </a:rPr>
                        <a:t>に住んでおり、財務アナリストとして働いています。土曜日はスポーツ観戦に興じ、日曜日は美術館を訪れます。彼女の電話番号は</a:t>
                      </a:r>
                      <a:r>
                        <a:rPr lang="en-US" altLang="ja-JP" sz="600" u="none" strike="noStrike">
                          <a:effectLst/>
                        </a:rPr>
                        <a:t>080-9876-5432</a:t>
                      </a:r>
                      <a:r>
                        <a:rPr lang="ja-JP" altLang="en-US" sz="600" u="none" strike="noStrike">
                          <a:effectLst/>
                        </a:rPr>
                        <a:t>です。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2483" marR="2483" marT="2483" marB="0"/>
                </a:tc>
                <a:extLst>
                  <a:ext uri="{0D108BD9-81ED-4DB2-BD59-A6C34878D82A}">
                    <a16:rowId xmlns:a16="http://schemas.microsoft.com/office/drawing/2014/main" val="4166501675"/>
                  </a:ext>
                </a:extLst>
              </a:tr>
              <a:tr h="522682"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6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2483" marR="2483" marT="248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川田直樹さんは、大阪府大阪市</a:t>
                      </a:r>
                      <a:r>
                        <a:rPr lang="en-US" altLang="ja-JP" sz="600" u="none" strike="noStrike">
                          <a:effectLst/>
                        </a:rPr>
                        <a:t>6-5-4</a:t>
                      </a:r>
                      <a:r>
                        <a:rPr lang="ja-JP" altLang="en-US" sz="600" u="none" strike="noStrike">
                          <a:effectLst/>
                        </a:rPr>
                        <a:t>に住んでおり、看護師としての職業を持っています。土曜日は友達とピクニックに出かけ、日曜日は読書を楽しんでいます。彼の電話番号は</a:t>
                      </a:r>
                      <a:r>
                        <a:rPr lang="en-US" altLang="ja-JP" sz="600" u="none" strike="noStrike">
                          <a:effectLst/>
                        </a:rPr>
                        <a:t>080-8765-4321</a:t>
                      </a:r>
                      <a:r>
                        <a:rPr lang="ja-JP" altLang="en-US" sz="600" u="none" strike="noStrike">
                          <a:effectLst/>
                        </a:rPr>
                        <a:t>です。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2483" marR="2483" marT="2483" marB="0"/>
                </a:tc>
                <a:extLst>
                  <a:ext uri="{0D108BD9-81ED-4DB2-BD59-A6C34878D82A}">
                    <a16:rowId xmlns:a16="http://schemas.microsoft.com/office/drawing/2014/main" val="1469064792"/>
                  </a:ext>
                </a:extLst>
              </a:tr>
              <a:tr h="522682"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2483" marR="2483" marT="248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小野寺雄一さんは、東京都千代田区</a:t>
                      </a:r>
                      <a:r>
                        <a:rPr lang="en-US" altLang="ja-JP" sz="600" u="none" strike="noStrike">
                          <a:effectLst/>
                        </a:rPr>
                        <a:t>3-3-3</a:t>
                      </a:r>
                      <a:r>
                        <a:rPr lang="ja-JP" altLang="en-US" sz="600" u="none" strike="noStrike">
                          <a:effectLst/>
                        </a:rPr>
                        <a:t>に住んでおり、弁護士として働いています。土曜日はスポーツ観戦が楽しみで、日曜日は美術館を訪れて新たな芸術に触れます。彼の電話番号は</a:t>
                      </a:r>
                      <a:r>
                        <a:rPr lang="en-US" altLang="ja-JP" sz="600" u="none" strike="noStrike">
                          <a:effectLst/>
                        </a:rPr>
                        <a:t>080-1111-2222</a:t>
                      </a:r>
                      <a:r>
                        <a:rPr lang="ja-JP" altLang="en-US" sz="600" u="none" strike="noStrike">
                          <a:effectLst/>
                        </a:rPr>
                        <a:t>です。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2483" marR="2483" marT="2483" marB="0"/>
                </a:tc>
                <a:extLst>
                  <a:ext uri="{0D108BD9-81ED-4DB2-BD59-A6C34878D82A}">
                    <a16:rowId xmlns:a16="http://schemas.microsoft.com/office/drawing/2014/main" val="2666454713"/>
                  </a:ext>
                </a:extLst>
              </a:tr>
              <a:tr h="653536"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2483" marR="2483" marT="248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田川さくらさんは、大阪府大阪市</a:t>
                      </a:r>
                      <a:r>
                        <a:rPr lang="en-US" altLang="ja-JP" sz="600" u="none" strike="noStrike">
                          <a:effectLst/>
                        </a:rPr>
                        <a:t>6-6-6</a:t>
                      </a:r>
                      <a:r>
                        <a:rPr lang="ja-JP" altLang="en-US" sz="600" u="none" strike="noStrike">
                          <a:effectLst/>
                        </a:rPr>
                        <a:t>に住んでおり、フリーライターとして自由なスケジュールを楽しんでいます。土曜日は散歩が好きで、日曜日は映画鑑賞が定番の楽しみです。彼女の電話番号は</a:t>
                      </a:r>
                      <a:r>
                        <a:rPr lang="en-US" altLang="ja-JP" sz="600" u="none" strike="noStrike">
                          <a:effectLst/>
                        </a:rPr>
                        <a:t>080-3333-4444</a:t>
                      </a:r>
                      <a:r>
                        <a:rPr lang="ja-JP" altLang="en-US" sz="600" u="none" strike="noStrike">
                          <a:effectLst/>
                        </a:rPr>
                        <a:t>です。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2483" marR="2483" marT="2483" marB="0"/>
                </a:tc>
                <a:extLst>
                  <a:ext uri="{0D108BD9-81ED-4DB2-BD59-A6C34878D82A}">
                    <a16:rowId xmlns:a16="http://schemas.microsoft.com/office/drawing/2014/main" val="212459974"/>
                  </a:ext>
                </a:extLst>
              </a:tr>
              <a:tr h="522682"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2483" marR="2483" marT="248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堀田拓也さんは、京都府京都市</a:t>
                      </a:r>
                      <a:r>
                        <a:rPr lang="en-US" altLang="ja-JP" sz="600" u="none" strike="noStrike">
                          <a:effectLst/>
                        </a:rPr>
                        <a:t>7-8-9</a:t>
                      </a:r>
                      <a:r>
                        <a:rPr lang="ja-JP" altLang="en-US" sz="600" u="none" strike="noStrike">
                          <a:effectLst/>
                        </a:rPr>
                        <a:t>に住んでおり、教師として働いています。土曜日は登山が趣味で、山での冒険を楽しんでいます。日曜日は静かな環境で読書に没頭します。彼の電話番号は</a:t>
                      </a:r>
                      <a:r>
                        <a:rPr lang="en-US" altLang="ja-JP" sz="600" u="none" strike="noStrike">
                          <a:effectLst/>
                        </a:rPr>
                        <a:t>080-3456-7890</a:t>
                      </a:r>
                      <a:r>
                        <a:rPr lang="ja-JP" altLang="en-US" sz="600" u="none" strike="noStrike">
                          <a:effectLst/>
                        </a:rPr>
                        <a:t>です。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2483" marR="2483" marT="2483" marB="0"/>
                </a:tc>
                <a:extLst>
                  <a:ext uri="{0D108BD9-81ED-4DB2-BD59-A6C34878D82A}">
                    <a16:rowId xmlns:a16="http://schemas.microsoft.com/office/drawing/2014/main" val="2044700980"/>
                  </a:ext>
                </a:extLst>
              </a:tr>
              <a:tr h="653536">
                <a:tc>
                  <a:txBody>
                    <a:bodyPr/>
                    <a:lstStyle/>
                    <a:p>
                      <a:pPr algn="l" fontAlgn="t"/>
                      <a:r>
                        <a:rPr lang="en-US" sz="600" u="none" strike="noStrike">
                          <a:effectLst/>
                        </a:rPr>
                        <a:t>10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2483" marR="2483" marT="248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 dirty="0">
                          <a:effectLst/>
                        </a:rPr>
                        <a:t>高田哲也さんは、神奈川県横浜市</a:t>
                      </a:r>
                      <a:r>
                        <a:rPr lang="en-US" altLang="ja-JP" sz="600" u="none" strike="noStrike" dirty="0">
                          <a:effectLst/>
                        </a:rPr>
                        <a:t>2-3-4</a:t>
                      </a:r>
                      <a:r>
                        <a:rPr lang="ja-JP" altLang="en-US" sz="600" u="none" strike="noStrike" dirty="0">
                          <a:effectLst/>
                        </a:rPr>
                        <a:t>に住んでおり、会社経営者として多忙な日々を送っています。土曜日はゴルフを楽しんでリラックスし、日曜日には家族と楽しい時間を過ごします。彼の電話番号は</a:t>
                      </a:r>
                      <a:r>
                        <a:rPr lang="en-US" altLang="ja-JP" sz="600" u="none" strike="noStrike" dirty="0">
                          <a:effectLst/>
                        </a:rPr>
                        <a:t>080-4567-8901</a:t>
                      </a:r>
                      <a:r>
                        <a:rPr lang="ja-JP" altLang="en-US" sz="600" u="none" strike="noStrike" dirty="0">
                          <a:effectLst/>
                        </a:rPr>
                        <a:t>です。</a:t>
                      </a:r>
                      <a:endParaRPr lang="ja-JP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2483" marR="2483" marT="2483" marB="0"/>
                </a:tc>
                <a:extLst>
                  <a:ext uri="{0D108BD9-81ED-4DB2-BD59-A6C34878D82A}">
                    <a16:rowId xmlns:a16="http://schemas.microsoft.com/office/drawing/2014/main" val="34620624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5142874"/>
      </p:ext>
    </p:extLst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03430"/>
      </a:dk2>
      <a:lt2>
        <a:srgbClr val="F0EDE6"/>
      </a:lt2>
      <a:accent1>
        <a:srgbClr val="A57361"/>
      </a:accent1>
      <a:accent2>
        <a:srgbClr val="CD9979"/>
      </a:accent2>
      <a:accent3>
        <a:srgbClr val="4E6C67"/>
      </a:accent3>
      <a:accent4>
        <a:srgbClr val="BA958C"/>
      </a:accent4>
      <a:accent5>
        <a:srgbClr val="A08C60"/>
      </a:accent5>
      <a:accent6>
        <a:srgbClr val="956969"/>
      </a:accent6>
      <a:hlink>
        <a:srgbClr val="B0685E"/>
      </a:hlink>
      <a:folHlink>
        <a:srgbClr val="5E827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826328CA-5F67-4711-B85D-145ABD90F0C2}" vid="{19057A55-7D5A-4630-9E53-CA5ED644777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877</Words>
  <Application>Microsoft Office PowerPoint</Application>
  <PresentationFormat>ワイド画面</PresentationFormat>
  <Paragraphs>211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游ゴシック</vt:lpstr>
      <vt:lpstr>Arial</vt:lpstr>
      <vt:lpstr>Calibri</vt:lpstr>
      <vt:lpstr>Neue Haas Grotesk Text Pro</vt:lpstr>
      <vt:lpstr>Dune</vt:lpstr>
      <vt:lpstr>テスト用ダミーデータ</vt:lpstr>
      <vt:lpstr>議題</vt:lpstr>
      <vt:lpstr>名簿リスト</vt:lpstr>
      <vt:lpstr>PowerPoint プレゼンテーション</vt:lpstr>
      <vt:lpstr>文章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Yoshihiko Takizawa</dc:creator>
  <cp:lastModifiedBy>Yoshihiko Takizawa</cp:lastModifiedBy>
  <cp:revision>4</cp:revision>
  <dcterms:created xsi:type="dcterms:W3CDTF">2025-08-07T13:35:20Z</dcterms:created>
  <dcterms:modified xsi:type="dcterms:W3CDTF">2025-08-07T13:43:13Z</dcterms:modified>
</cp:coreProperties>
</file>