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7" r:id="rId5"/>
    <p:sldId id="261" r:id="rId6"/>
    <p:sldId id="258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7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61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1053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9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6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67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23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92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45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86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9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3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26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01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96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373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65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64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61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35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508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61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24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06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377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631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8/7/2025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29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8/7/2025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998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8/7/2025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058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27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592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67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2802605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572582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161305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66549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0768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54061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027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397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00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7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429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348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850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037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835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00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03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38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3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59CF8-E0EA-E8F4-76C6-065FF140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r>
              <a:rPr lang="ja-JP" altLang="en-US" dirty="0"/>
              <a:t>テスト用ダミーデータ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A915748-BC0F-E06D-C6FE-E0B2890AC0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209A1717-F9AC-B13E-B5BD-92839AE274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3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27DA6-D889-7D65-BFBA-DDCB67F9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/>
          <a:p>
            <a:r>
              <a:rPr lang="en-US" dirty="0" err="1"/>
              <a:t>議題</a:t>
            </a:r>
            <a:endParaRPr lang="en-US" dirty="0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2419F515-76C9-E88F-68DE-CFAB64E6AEA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6141849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998464" y="2575851"/>
          <a:ext cx="5486401" cy="358082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075597">
                  <a:extLst>
                    <a:ext uri="{9D8B030D-6E8A-4147-A177-3AD203B41FA5}">
                      <a16:colId xmlns:a16="http://schemas.microsoft.com/office/drawing/2014/main" val="934713439"/>
                    </a:ext>
                  </a:extLst>
                </a:gridCol>
                <a:gridCol w="3410804">
                  <a:extLst>
                    <a:ext uri="{9D8B030D-6E8A-4147-A177-3AD203B41FA5}">
                      <a16:colId xmlns:a16="http://schemas.microsoft.com/office/drawing/2014/main" val="1894753786"/>
                    </a:ext>
                  </a:extLst>
                </a:gridCol>
              </a:tblGrid>
              <a:tr h="716164"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cap="none" spc="0" dirty="0">
                          <a:solidFill>
                            <a:schemeClr val="tx1"/>
                          </a:solidFill>
                        </a:rPr>
                        <a:t>名簿リスト</a:t>
                      </a:r>
                      <a:endParaRPr lang="en-US" altLang="ja-JP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524700"/>
                  </a:ext>
                </a:extLst>
              </a:tr>
              <a:tr h="716164"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cap="none" spc="0" dirty="0">
                          <a:solidFill>
                            <a:schemeClr val="tx1"/>
                          </a:solidFill>
                        </a:rPr>
                        <a:t>文章</a:t>
                      </a: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67906"/>
                  </a:ext>
                </a:extLst>
              </a:tr>
              <a:tr h="716164">
                <a:tc>
                  <a:txBody>
                    <a:bodyPr/>
                    <a:lstStyle/>
                    <a:p>
                      <a:endParaRPr lang="en-US" sz="2500" b="1" cap="none" spc="0" dirty="0">
                        <a:solidFill>
                          <a:schemeClr val="accent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687652"/>
                  </a:ext>
                </a:extLst>
              </a:tr>
              <a:tr h="716164">
                <a:tc>
                  <a:txBody>
                    <a:bodyPr/>
                    <a:lstStyle/>
                    <a:p>
                      <a:endParaRPr lang="en-US" sz="2500" b="1" cap="none" spc="0">
                        <a:solidFill>
                          <a:schemeClr val="accent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939894"/>
                  </a:ext>
                </a:extLst>
              </a:tr>
              <a:tr h="716164">
                <a:tc>
                  <a:txBody>
                    <a:bodyPr/>
                    <a:lstStyle/>
                    <a:p>
                      <a:endParaRPr lang="en-US" sz="2500" b="1" cap="none" spc="0">
                        <a:solidFill>
                          <a:schemeClr val="accent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27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88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F7C28B-D3F7-5C23-2760-AFCD7E4F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/>
          <a:p>
            <a:r>
              <a:rPr lang="ja-JP" altLang="en-US" dirty="0"/>
              <a:t>名簿リスト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21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1A881DFB-3608-79B0-A0E4-9F05399D6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41287"/>
              </p:ext>
            </p:extLst>
          </p:nvPr>
        </p:nvGraphicFramePr>
        <p:xfrm>
          <a:off x="430214" y="955040"/>
          <a:ext cx="10652123" cy="5110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272">
                  <a:extLst>
                    <a:ext uri="{9D8B030D-6E8A-4147-A177-3AD203B41FA5}">
                      <a16:colId xmlns:a16="http://schemas.microsoft.com/office/drawing/2014/main" val="1811904247"/>
                    </a:ext>
                  </a:extLst>
                </a:gridCol>
                <a:gridCol w="648561">
                  <a:extLst>
                    <a:ext uri="{9D8B030D-6E8A-4147-A177-3AD203B41FA5}">
                      <a16:colId xmlns:a16="http://schemas.microsoft.com/office/drawing/2014/main" val="2045791190"/>
                    </a:ext>
                  </a:extLst>
                </a:gridCol>
                <a:gridCol w="648561">
                  <a:extLst>
                    <a:ext uri="{9D8B030D-6E8A-4147-A177-3AD203B41FA5}">
                      <a16:colId xmlns:a16="http://schemas.microsoft.com/office/drawing/2014/main" val="3018676588"/>
                    </a:ext>
                  </a:extLst>
                </a:gridCol>
                <a:gridCol w="687868">
                  <a:extLst>
                    <a:ext uri="{9D8B030D-6E8A-4147-A177-3AD203B41FA5}">
                      <a16:colId xmlns:a16="http://schemas.microsoft.com/office/drawing/2014/main" val="2310475805"/>
                    </a:ext>
                  </a:extLst>
                </a:gridCol>
                <a:gridCol w="183431">
                  <a:extLst>
                    <a:ext uri="{9D8B030D-6E8A-4147-A177-3AD203B41FA5}">
                      <a16:colId xmlns:a16="http://schemas.microsoft.com/office/drawing/2014/main" val="2495655452"/>
                    </a:ext>
                  </a:extLst>
                </a:gridCol>
                <a:gridCol w="556845">
                  <a:extLst>
                    <a:ext uri="{9D8B030D-6E8A-4147-A177-3AD203B41FA5}">
                      <a16:colId xmlns:a16="http://schemas.microsoft.com/office/drawing/2014/main" val="2542395946"/>
                    </a:ext>
                  </a:extLst>
                </a:gridCol>
                <a:gridCol w="484783">
                  <a:extLst>
                    <a:ext uri="{9D8B030D-6E8A-4147-A177-3AD203B41FA5}">
                      <a16:colId xmlns:a16="http://schemas.microsoft.com/office/drawing/2014/main" val="2193347565"/>
                    </a:ext>
                  </a:extLst>
                </a:gridCol>
                <a:gridCol w="255494">
                  <a:extLst>
                    <a:ext uri="{9D8B030D-6E8A-4147-A177-3AD203B41FA5}">
                      <a16:colId xmlns:a16="http://schemas.microsoft.com/office/drawing/2014/main" val="3443303874"/>
                    </a:ext>
                  </a:extLst>
                </a:gridCol>
                <a:gridCol w="1146446">
                  <a:extLst>
                    <a:ext uri="{9D8B030D-6E8A-4147-A177-3AD203B41FA5}">
                      <a16:colId xmlns:a16="http://schemas.microsoft.com/office/drawing/2014/main" val="3398112344"/>
                    </a:ext>
                  </a:extLst>
                </a:gridCol>
                <a:gridCol w="452027">
                  <a:extLst>
                    <a:ext uri="{9D8B030D-6E8A-4147-A177-3AD203B41FA5}">
                      <a16:colId xmlns:a16="http://schemas.microsoft.com/office/drawing/2014/main" val="3964443293"/>
                    </a:ext>
                  </a:extLst>
                </a:gridCol>
                <a:gridCol w="491334">
                  <a:extLst>
                    <a:ext uri="{9D8B030D-6E8A-4147-A177-3AD203B41FA5}">
                      <a16:colId xmlns:a16="http://schemas.microsoft.com/office/drawing/2014/main" val="873779951"/>
                    </a:ext>
                  </a:extLst>
                </a:gridCol>
                <a:gridCol w="327556">
                  <a:extLst>
                    <a:ext uri="{9D8B030D-6E8A-4147-A177-3AD203B41FA5}">
                      <a16:colId xmlns:a16="http://schemas.microsoft.com/office/drawing/2014/main" val="1212789124"/>
                    </a:ext>
                  </a:extLst>
                </a:gridCol>
                <a:gridCol w="1965337">
                  <a:extLst>
                    <a:ext uri="{9D8B030D-6E8A-4147-A177-3AD203B41FA5}">
                      <a16:colId xmlns:a16="http://schemas.microsoft.com/office/drawing/2014/main" val="712171711"/>
                    </a:ext>
                  </a:extLst>
                </a:gridCol>
                <a:gridCol w="936810">
                  <a:extLst>
                    <a:ext uri="{9D8B030D-6E8A-4147-A177-3AD203B41FA5}">
                      <a16:colId xmlns:a16="http://schemas.microsoft.com/office/drawing/2014/main" val="3461201594"/>
                    </a:ext>
                  </a:extLst>
                </a:gridCol>
                <a:gridCol w="635459">
                  <a:extLst>
                    <a:ext uri="{9D8B030D-6E8A-4147-A177-3AD203B41FA5}">
                      <a16:colId xmlns:a16="http://schemas.microsoft.com/office/drawing/2014/main" val="193168939"/>
                    </a:ext>
                  </a:extLst>
                </a:gridCol>
                <a:gridCol w="327556">
                  <a:extLst>
                    <a:ext uri="{9D8B030D-6E8A-4147-A177-3AD203B41FA5}">
                      <a16:colId xmlns:a16="http://schemas.microsoft.com/office/drawing/2014/main" val="583802224"/>
                    </a:ext>
                  </a:extLst>
                </a:gridCol>
                <a:gridCol w="484783">
                  <a:extLst>
                    <a:ext uri="{9D8B030D-6E8A-4147-A177-3AD203B41FA5}">
                      <a16:colId xmlns:a16="http://schemas.microsoft.com/office/drawing/2014/main" val="3855786157"/>
                    </a:ext>
                  </a:extLst>
                </a:gridCol>
              </a:tblGrid>
              <a:tr h="246427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氏名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氏名（ひらがな）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氏名（カタカナ）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氏名（ローマ字）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年齢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生年月日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性別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血液型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メールアドレス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電話番号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携帯電話番号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郵便番号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住所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会社名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クレジットカード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有効期限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マイナンバー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2398202717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渋谷 祐樹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しぶや ゆうき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シブヤ ユウキ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Shibuya Yuuki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1966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10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27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shibuyayuuki@example.co.jp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03-2180-9357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070-9854-5007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197-2800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東京都中野区東中野</a:t>
                      </a:r>
                      <a:r>
                        <a:rPr lang="en-US" altLang="zh-TW" sz="600" u="none" strike="noStrike">
                          <a:effectLst/>
                        </a:rPr>
                        <a:t>3-5-9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5578915138187885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01/28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134107551456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873924144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細井 英一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ほそい えいいち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ホソイ エイイチ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Hosoi Eiichi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1970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10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11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hosoieiichi@example.com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03-1078-4149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050-5075-4317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170-9965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東京都豊島区東池袋</a:t>
                      </a:r>
                      <a:r>
                        <a:rPr lang="en-US" altLang="zh-TW" sz="600" u="none" strike="noStrike">
                          <a:effectLst/>
                        </a:rPr>
                        <a:t>3-3-207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有限会社エイシン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371662978167037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11/25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466423089147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218672642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山岸 えり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やまぎし えり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ヤマギシ エリ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Yamagishi Eri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1985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06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25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女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yamagishi_eri@example.co.jp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09496-1-1059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050-6231-9525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803-1318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福岡県福岡市東区青葉</a:t>
                      </a:r>
                      <a:r>
                        <a:rPr lang="en-US" altLang="zh-TW" sz="600" u="none" strike="noStrike">
                          <a:effectLst/>
                        </a:rPr>
                        <a:t>3-2-3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有限会社宮崎商店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3555957269063750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12/27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258405545192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4072171339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鈴木 聡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すずき あきら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スズキ アキラ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Suzuki Akira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1976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09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12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akirasuzuki@example.net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0436-31-3299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080-8054-2364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262-3793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千葉県市川市国府台</a:t>
                      </a:r>
                      <a:r>
                        <a:rPr lang="en-US" altLang="ja-JP" sz="600" u="none" strike="noStrike">
                          <a:effectLst/>
                        </a:rPr>
                        <a:t>2-1-6</a:t>
                      </a:r>
                      <a:endParaRPr lang="en-US" altLang="ja-JP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株式会社アンカー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4068167632670483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01/26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426393410598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1028705171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堀内 ゆかり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ほりうち ゆかり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ホリウチ ユカリ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Horiuchi Yukari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2003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01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22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女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horiuchi_yukari@example.co.jp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03-0436-5208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090-1722-6546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128-6329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東京都杉並区今川</a:t>
                      </a:r>
                      <a:r>
                        <a:rPr lang="en-US" altLang="zh-TW" sz="600" u="none" strike="noStrike">
                          <a:effectLst/>
                        </a:rPr>
                        <a:t>3-2-3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合資会社濱藤商店</a:t>
                      </a:r>
                      <a:endParaRPr lang="zh-TW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3538614554660863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01/25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429206570519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3436420952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氏家 達也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うじいえ たつや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ウジイエ タツヤ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Ujiie Tatsuya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80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1943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08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05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ujiietatsuya@example.ne.jp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043-111-4772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050-8005-6937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291-8869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千葉県佐倉市中志津</a:t>
                      </a:r>
                      <a:r>
                        <a:rPr lang="en-US" altLang="ja-JP" sz="600" u="none" strike="noStrike">
                          <a:effectLst/>
                        </a:rPr>
                        <a:t>4-1-6</a:t>
                      </a:r>
                      <a:r>
                        <a:rPr lang="ja-JP" altLang="en-US" sz="600" u="none" strike="noStrike">
                          <a:effectLst/>
                        </a:rPr>
                        <a:t>レオ</a:t>
                      </a:r>
                      <a:r>
                        <a:rPr lang="en-US" altLang="ja-JP" sz="600" u="none" strike="noStrike">
                          <a:effectLst/>
                        </a:rPr>
                        <a:t>312</a:t>
                      </a:r>
                      <a:endParaRPr lang="en-US" altLang="ja-JP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5464620184087255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05/27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190133066130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864492349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清水 義和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しみず よしかず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シミズ ヨシカズ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Shimizu Yoshikazu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71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1951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10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21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その他・不明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B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yoshikazu_shimizu@example.co.jp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0736-93-9189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050-9311-1173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643-1886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和歌山県和歌山市湊</a:t>
                      </a:r>
                      <a:r>
                        <a:rPr lang="en-US" altLang="zh-TW" sz="600" u="none" strike="noStrike">
                          <a:effectLst/>
                        </a:rPr>
                        <a:t>2-1-1106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3572828877433496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11/25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292075725419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1609093125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米山 慶太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よねやま けいた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ヨネヤマ ケイタ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Yoneyama Keita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1969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04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26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keita_yoneyama@example.ne.jp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0829-78-1442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090-0619-5835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733-2236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広島県広島市佐伯区皆賀</a:t>
                      </a:r>
                      <a:r>
                        <a:rPr lang="en-US" altLang="zh-TW" sz="600" u="none" strike="noStrike">
                          <a:effectLst/>
                        </a:rPr>
                        <a:t>4-3-6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合資会社福田螺子製作所</a:t>
                      </a:r>
                      <a:endParaRPr lang="zh-TW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3539289790439338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06/24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084441424522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690902104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氷川 真由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ひかわ まゆき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ヒカワ マユキ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Hikawa Mayuki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1945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12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14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女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hikawa_mayuki@example.jp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0460-44-1025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080-3139-5967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233-6842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600" u="none" strike="noStrike">
                          <a:effectLst/>
                        </a:rPr>
                        <a:t>神奈川県相模原市中央区千代田</a:t>
                      </a:r>
                      <a:r>
                        <a:rPr lang="en-US" altLang="zh-CN" sz="600" u="none" strike="noStrike">
                          <a:effectLst/>
                        </a:rPr>
                        <a:t>3-3-605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3576111233146250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09/25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373710040339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3353630177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飯田 勇人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いいだ はやと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イイダ ハヤト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Iida Hayato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2000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06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02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iidahayato@example.ne.jp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0256-11-2249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080-2874-5457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954-5972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新潟県十日町市稲荷町</a:t>
                      </a:r>
                      <a:r>
                        <a:rPr lang="en-US" altLang="zh-TW" sz="600" u="none" strike="noStrike">
                          <a:effectLst/>
                        </a:rPr>
                        <a:t>2-4-404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有限会社リード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5154806052641001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04/25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058994521100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3075880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31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C3AF-F312-686F-833A-6EE9748C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19C30A-F8A3-F215-1548-66635D57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/>
          <a:p>
            <a:r>
              <a:rPr lang="ja-JP" altLang="en-US" dirty="0"/>
              <a:t>文章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80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5F0E-7EC9-D50B-9C47-778FF069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A37A39F7-543B-8E85-0F14-CF156C832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722781"/>
              </p:ext>
            </p:extLst>
          </p:nvPr>
        </p:nvGraphicFramePr>
        <p:xfrm>
          <a:off x="749147" y="793214"/>
          <a:ext cx="10532125" cy="548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2432">
                  <a:extLst>
                    <a:ext uri="{9D8B030D-6E8A-4147-A177-3AD203B41FA5}">
                      <a16:colId xmlns:a16="http://schemas.microsoft.com/office/drawing/2014/main" val="3265799781"/>
                    </a:ext>
                  </a:extLst>
                </a:gridCol>
                <a:gridCol w="9939693">
                  <a:extLst>
                    <a:ext uri="{9D8B030D-6E8A-4147-A177-3AD203B41FA5}">
                      <a16:colId xmlns:a16="http://schemas.microsoft.com/office/drawing/2014/main" val="3920047343"/>
                    </a:ext>
                  </a:extLst>
                </a:gridCol>
              </a:tblGrid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山田太郎さんは、東京都渋谷区</a:t>
                      </a:r>
                      <a:r>
                        <a:rPr lang="en-US" altLang="ja-JP" sz="600" u="none" strike="noStrike">
                          <a:effectLst/>
                        </a:rPr>
                        <a:t>1-1-1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に住んでおり、仕事ではプログラマーとして働いています。休日の土曜日は映画を見に行き、日曜日は自転車に乗ることを楽しんでいます。彼の電話番号は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080-1111-2222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1460211826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田中花子さんは、大阪府大阪市</a:t>
                      </a:r>
                      <a:r>
                        <a:rPr lang="en-US" altLang="ja-JP" sz="600" u="none" strike="noStrike">
                          <a:effectLst/>
                        </a:rPr>
                        <a:t>2-2-2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に住んでおり、薬剤師として働いています。土曜日は美術館へ行き、日曜日は読書に時間を費やします。彼女の電話番号は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080-3333-4444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3763811532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菊地佳子さんは、東京都千代田区</a:t>
                      </a:r>
                      <a:r>
                        <a:rPr lang="en-US" altLang="ja-JP" sz="600" u="none" strike="noStrike">
                          <a:effectLst/>
                        </a:rPr>
                        <a:t>1-2-3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に住んでおり、営業マネージャーとして働いています。土曜日は友達とカフェで過ごし、日曜日は美術館へ足を運びます。彼女の電話番号は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080-1234-5678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2645928650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小林秀夫さんは、大阪府大阪市</a:t>
                      </a:r>
                      <a:r>
                        <a:rPr lang="en-US" altLang="ja-JP" sz="600" u="none" strike="noStrike">
                          <a:effectLst/>
                        </a:rPr>
                        <a:t>4-5-6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に住んでおり、デザイナーとしての仕事に従事しています。土曜日はショッピングに出かけ、日曜日は映画を鑑賞することが多いです。彼の電話番号は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080-2345-6789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3752379964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田村雅子さんは、東京都渋谷区</a:t>
                      </a:r>
                      <a:r>
                        <a:rPr lang="en-US" altLang="ja-JP" sz="600" u="none" strike="noStrike">
                          <a:effectLst/>
                        </a:rPr>
                        <a:t>3-2-1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に住んでおり、財務アナリストとして働いています。土曜日はスポーツ観戦に興じ、日曜日は美術館を訪れます。彼女の電話番号は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080-9876-5432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4166501675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川田直樹さんは、大阪府大阪市</a:t>
                      </a:r>
                      <a:r>
                        <a:rPr lang="en-US" altLang="ja-JP" sz="600" u="none" strike="noStrike">
                          <a:effectLst/>
                        </a:rPr>
                        <a:t>6-5-4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に住んでおり、看護師としての職業を持っています。土曜日は友達とピクニックに出かけ、日曜日は読書を楽しんでいます。彼の電話番号は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080-8765-4321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1469064792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小野寺雄一さんは、東京都千代田区</a:t>
                      </a:r>
                      <a:r>
                        <a:rPr lang="en-US" altLang="ja-JP" sz="600" u="none" strike="noStrike">
                          <a:effectLst/>
                        </a:rPr>
                        <a:t>3-3-3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に住んでおり、弁護士として働いています。土曜日はスポーツ観戦が楽しみで、日曜日は美術館を訪れて新たな芸術に触れます。彼の電話番号は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080-1111-2222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2666454713"/>
                  </a:ext>
                </a:extLst>
              </a:tr>
              <a:tr h="653536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田川さくらさんは、大阪府大阪市</a:t>
                      </a:r>
                      <a:r>
                        <a:rPr lang="en-US" altLang="ja-JP" sz="600" u="none" strike="noStrike">
                          <a:effectLst/>
                        </a:rPr>
                        <a:t>6-6-6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に住んでおり、フリーライターとして自由なスケジュールを楽しんでいます。土曜日は散歩が好きで、日曜日は映画鑑賞が定番の楽しみです。彼女の電話番号は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080-3333-4444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212459974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堀田拓也さんは、京都府京都市</a:t>
                      </a:r>
                      <a:r>
                        <a:rPr lang="en-US" altLang="ja-JP" sz="600" u="none" strike="noStrike">
                          <a:effectLst/>
                        </a:rPr>
                        <a:t>7-8-9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に住んでおり、教師として働いています。土曜日は登山が趣味で、山での冒険を楽しんでいます。日曜日は静かな環境で読書に没頭します。彼の電話番号は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080-3456-7890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2044700980"/>
                  </a:ext>
                </a:extLst>
              </a:tr>
              <a:tr h="653536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10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 dirty="0">
                          <a:effectLst/>
                        </a:rPr>
                        <a:t>高田哲也さんは、神奈川県横浜市</a:t>
                      </a:r>
                      <a:r>
                        <a:rPr lang="en-US" altLang="ja-JP" sz="600" u="none" strike="noStrike" dirty="0">
                          <a:effectLst/>
                        </a:rPr>
                        <a:t>2-3-4</a:t>
                      </a:r>
                      <a:r>
                        <a:rPr lang="ja-JP" altLang="en-US" sz="600" u="none" strike="noStrike" dirty="0">
                          <a:effectLst/>
                        </a:rPr>
                        <a:t>に住んでおり、会社経営者として多忙な日々を送っています。土曜日はゴルフを楽しんでリラックスし、日曜日には家族と楽しい時間を過ごします。彼の電話番号は</a:t>
                      </a:r>
                      <a:r>
                        <a:rPr lang="en-US" altLang="ja-JP" sz="600" u="none" strike="noStrike" dirty="0">
                          <a:effectLst/>
                        </a:rPr>
                        <a:t>080-4567-8901</a:t>
                      </a:r>
                      <a:r>
                        <a:rPr lang="ja-JP" altLang="en-US" sz="600" u="none" strike="noStrike" dirty="0">
                          <a:effectLst/>
                        </a:rPr>
                        <a:t>です。</a:t>
                      </a:r>
                      <a:endParaRPr lang="ja-JP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3462062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142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A004-01AF-A775-CF45-B6D3BD92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13C95-21A7-18F3-C5BB-0089EA1E6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/>
          <a:p>
            <a:r>
              <a:rPr lang="ja-JP" altLang="en-US" dirty="0"/>
              <a:t>画像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943A2B5-ED88-761C-4194-3B6B222D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28" y="1287578"/>
            <a:ext cx="11613743" cy="454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76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42E17-51D4-7878-D3C3-80598DD83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61476E7-2AF9-FC5F-C807-7251EE344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9704"/>
            <a:ext cx="12192000" cy="455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76684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878</Words>
  <Application>Microsoft Office PowerPoint</Application>
  <PresentationFormat>ワイド画面</PresentationFormat>
  <Paragraphs>212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Arial</vt:lpstr>
      <vt:lpstr>Calibri</vt:lpstr>
      <vt:lpstr>Neue Haas Grotesk Text Pro</vt:lpstr>
      <vt:lpstr>Dune</vt:lpstr>
      <vt:lpstr>テスト用ダミーデータ</vt:lpstr>
      <vt:lpstr>議題</vt:lpstr>
      <vt:lpstr>名簿リスト</vt:lpstr>
      <vt:lpstr>PowerPoint プレゼンテーション</vt:lpstr>
      <vt:lpstr>文章</vt:lpstr>
      <vt:lpstr>PowerPoint プレゼンテーション</vt:lpstr>
      <vt:lpstr>画像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Yoshihiko Takizawa</dc:creator>
  <cp:lastModifiedBy>Yoshihiko Takizawa</cp:lastModifiedBy>
  <cp:revision>7</cp:revision>
  <dcterms:created xsi:type="dcterms:W3CDTF">2025-08-07T13:35:20Z</dcterms:created>
  <dcterms:modified xsi:type="dcterms:W3CDTF">2025-08-07T13:46:49Z</dcterms:modified>
</cp:coreProperties>
</file>